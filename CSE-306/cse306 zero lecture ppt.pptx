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94" r:id="rId4"/>
    <p:sldId id="295" r:id="rId5"/>
    <p:sldId id="292" r:id="rId6"/>
    <p:sldId id="293" r:id="rId7"/>
    <p:sldId id="284" r:id="rId8"/>
    <p:sldId id="260" r:id="rId9"/>
    <p:sldId id="259" r:id="rId10"/>
    <p:sldId id="283" r:id="rId11"/>
    <p:sldId id="288" r:id="rId12"/>
    <p:sldId id="266" r:id="rId13"/>
    <p:sldId id="265" r:id="rId14"/>
    <p:sldId id="267" r:id="rId15"/>
    <p:sldId id="268" r:id="rId16"/>
    <p:sldId id="269" r:id="rId17"/>
    <p:sldId id="270" r:id="rId18"/>
    <p:sldId id="271" r:id="rId19"/>
    <p:sldId id="272" r:id="rId20"/>
    <p:sldId id="273" r:id="rId21"/>
    <p:sldId id="274" r:id="rId22"/>
    <p:sldId id="280" r:id="rId23"/>
    <p:sldId id="275" r:id="rId24"/>
    <p:sldId id="264" r:id="rId25"/>
    <p:sldId id="278" r:id="rId26"/>
    <p:sldId id="276" r:id="rId27"/>
    <p:sldId id="279" r:id="rId28"/>
    <p:sldId id="277" r:id="rId29"/>
    <p:sldId id="291" r:id="rId30"/>
    <p:sldId id="285" r:id="rId31"/>
    <p:sldId id="289" r:id="rId32"/>
    <p:sldId id="290" r:id="rId33"/>
    <p:sldId id="281" r:id="rId3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p:cViewPr>
        <p:scale>
          <a:sx n="81" d="100"/>
          <a:sy n="81" d="100"/>
        </p:scale>
        <p:origin x="-8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01472" y="563956"/>
            <a:ext cx="7941055" cy="75755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C00000"/>
                </a:solidFill>
                <a:latin typeface="Franklin Gothic Medium"/>
                <a:cs typeface="Franklin Gothic Medium"/>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C00000"/>
                </a:solidFill>
                <a:latin typeface="Franklin Gothic Medium"/>
                <a:cs typeface="Franklin Gothic Medium"/>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C00000"/>
                </a:solidFill>
                <a:latin typeface="Franklin Gothic Medium"/>
                <a:cs typeface="Franklin Gothic Medium"/>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2"/>
                </a:lnTo>
                <a:lnTo>
                  <a:pt x="8959784" y="6543131"/>
                </a:lnTo>
                <a:lnTo>
                  <a:pt x="8932012" y="6579938"/>
                </a:lnTo>
                <a:lnTo>
                  <a:pt x="8899467" y="6612482"/>
                </a:lnTo>
                <a:lnTo>
                  <a:pt x="8862658" y="6640254"/>
                </a:lnTo>
                <a:lnTo>
                  <a:pt x="8822095" y="6662743"/>
                </a:lnTo>
                <a:lnTo>
                  <a:pt x="8778290" y="6679439"/>
                </a:lnTo>
                <a:lnTo>
                  <a:pt x="8731751" y="6689830"/>
                </a:lnTo>
                <a:lnTo>
                  <a:pt x="8682990" y="6693408"/>
                </a:lnTo>
                <a:lnTo>
                  <a:pt x="329920" y="6693408"/>
                </a:lnTo>
                <a:lnTo>
                  <a:pt x="281168" y="6689830"/>
                </a:lnTo>
                <a:lnTo>
                  <a:pt x="234636" y="6679439"/>
                </a:lnTo>
                <a:lnTo>
                  <a:pt x="190835" y="6662743"/>
                </a:lnTo>
                <a:lnTo>
                  <a:pt x="150276" y="6640254"/>
                </a:lnTo>
                <a:lnTo>
                  <a:pt x="113469" y="6612482"/>
                </a:lnTo>
                <a:lnTo>
                  <a:pt x="80925" y="6579938"/>
                </a:lnTo>
                <a:lnTo>
                  <a:pt x="53153" y="6543131"/>
                </a:lnTo>
                <a:lnTo>
                  <a:pt x="30664" y="6502572"/>
                </a:lnTo>
                <a:lnTo>
                  <a:pt x="13968" y="6458771"/>
                </a:lnTo>
                <a:lnTo>
                  <a:pt x="3577" y="6412239"/>
                </a:lnTo>
                <a:lnTo>
                  <a:pt x="0" y="6363487"/>
                </a:lnTo>
                <a:lnTo>
                  <a:pt x="0" y="329946"/>
                </a:lnTo>
                <a:close/>
              </a:path>
            </a:pathLst>
          </a:custGeom>
          <a:ln w="6095">
            <a:solidFill>
              <a:srgbClr val="000000"/>
            </a:solidFill>
          </a:ln>
        </p:spPr>
        <p:txBody>
          <a:bodyPr wrap="square" lIns="0" tIns="0" rIns="0" bIns="0" rtlCol="0"/>
          <a:lstStyle/>
          <a:p>
            <a:endParaRPr/>
          </a:p>
        </p:txBody>
      </p:sp>
      <p:sp>
        <p:nvSpPr>
          <p:cNvPr id="2" name="Holder 2"/>
          <p:cNvSpPr>
            <a:spLocks noGrp="1"/>
          </p:cNvSpPr>
          <p:nvPr>
            <p:ph type="title"/>
          </p:nvPr>
        </p:nvSpPr>
        <p:spPr>
          <a:xfrm>
            <a:off x="688644" y="258902"/>
            <a:ext cx="4125595" cy="757555"/>
          </a:xfrm>
          <a:prstGeom prst="rect">
            <a:avLst/>
          </a:prstGeom>
        </p:spPr>
        <p:txBody>
          <a:bodyPr wrap="square" lIns="0" tIns="0" rIns="0" bIns="0">
            <a:spAutoFit/>
          </a:bodyPr>
          <a:lstStyle>
            <a:lvl1pPr>
              <a:defRPr sz="4800" b="0" i="0">
                <a:solidFill>
                  <a:srgbClr val="C00000"/>
                </a:solidFill>
                <a:latin typeface="Franklin Gothic Medium"/>
                <a:cs typeface="Franklin Gothic Medium"/>
              </a:defRPr>
            </a:lvl1pPr>
          </a:lstStyle>
          <a:p>
            <a:endParaRPr/>
          </a:p>
        </p:txBody>
      </p:sp>
      <p:sp>
        <p:nvSpPr>
          <p:cNvPr id="3" name="Holder 3"/>
          <p:cNvSpPr>
            <a:spLocks noGrp="1"/>
          </p:cNvSpPr>
          <p:nvPr>
            <p:ph type="body" idx="1"/>
          </p:nvPr>
        </p:nvSpPr>
        <p:spPr>
          <a:xfrm>
            <a:off x="993444" y="1358945"/>
            <a:ext cx="7157110" cy="28606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829550" y="6326272"/>
            <a:ext cx="741679" cy="221615"/>
          </a:xfrm>
          <a:prstGeom prst="rect">
            <a:avLst/>
          </a:prstGeom>
        </p:spPr>
        <p:txBody>
          <a:bodyPr wrap="square" lIns="0" tIns="0" rIns="0" bIns="0">
            <a:spAutoFit/>
          </a:bodyPr>
          <a:lstStyle>
            <a:lvl1pPr>
              <a:defRPr sz="1400" b="0" i="0">
                <a:solidFill>
                  <a:srgbClr val="696363"/>
                </a:solidFill>
                <a:latin typeface="Times New Roman"/>
                <a:cs typeface="Times New Roman"/>
              </a:defRPr>
            </a:lvl1pPr>
          </a:lstStyle>
          <a:p>
            <a:pPr marL="12700">
              <a:lnSpc>
                <a:spcPts val="1620"/>
              </a:lnSpc>
            </a:pPr>
            <a:r>
              <a:rPr spc="-5" dirty="0"/>
              <a:t>7/27</a:t>
            </a:r>
            <a:r>
              <a:rPr spc="-15" dirty="0"/>
              <a:t>/</a:t>
            </a:r>
            <a:r>
              <a:rPr spc="-5" dirty="0"/>
              <a:t>2023</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8/3/2024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ursera.org/learn/computer-networking" TargetMode="External"/><Relationship Id="rId7" Type="http://schemas.openxmlformats.org/officeDocument/2006/relationships/hyperlink" Target="https://www.coursera.org/learn/tcp-ip-advanced?specialization=computer-communications"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coursera.org/learn/packet-switching-networks-algorithms?specialization=computer-communications" TargetMode="External"/><Relationship Id="rId5" Type="http://schemas.openxmlformats.org/officeDocument/2006/relationships/hyperlink" Target="https://www.coursera.org/learn/peer-to-peer-protocols-local-area-networks?specialization=computer-communications" TargetMode="External"/><Relationship Id="rId4" Type="http://schemas.openxmlformats.org/officeDocument/2006/relationships/hyperlink" Target="https://www.coursera.org/learn/fundamentals-network-communications?specialization=computer-communication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5.xml"/><Relationship Id="rId5" Type="http://schemas.openxmlformats.org/officeDocument/2006/relationships/image" Target="../media/image28.jpeg"/><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comptia.org/certifications/network" TargetMode="External"/><Relationship Id="rId2" Type="http://schemas.openxmlformats.org/officeDocument/2006/relationships/hyperlink" Target="https://www.cisco.com/c/en/us/training-events/training-certifications/certifications/associate/ccna.html#~exam-training"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1.xml.rels><?xml version="1.0" encoding="UTF-8" standalone="yes"?>
<Relationships xmlns="http://schemas.openxmlformats.org/package/2006/relationships"><Relationship Id="rId3" Type="http://schemas.openxmlformats.org/officeDocument/2006/relationships/hyperlink" Target="https://www.cisco.com/c/en/us/solutions/enterprise-networks/what-is-computer-networking.html" TargetMode="External"/><Relationship Id="rId7" Type="http://schemas.openxmlformats.org/officeDocument/2006/relationships/image" Target="../media/image3.jpeg"/><Relationship Id="rId2" Type="http://schemas.openxmlformats.org/officeDocument/2006/relationships/hyperlink" Target="https://www.cisco.com/c/dam/global/fi_fi/assets/docs/SMB_University_120307_Networking_Fundamentals.pdf" TargetMode="External"/><Relationship Id="rId1" Type="http://schemas.openxmlformats.org/officeDocument/2006/relationships/slideLayout" Target="../slideLayouts/slideLayout2.xml"/><Relationship Id="rId6" Type="http://schemas.openxmlformats.org/officeDocument/2006/relationships/hyperlink" Target="https://www.tutorialspoint.com/data_communication_computer_network/digital_transmission.htm" TargetMode="External"/><Relationship Id="rId5" Type="http://schemas.openxmlformats.org/officeDocument/2006/relationships/hyperlink" Target="https://www.tutorialspoint.com/data_communication_computer_network/analog_transmission.htm" TargetMode="External"/><Relationship Id="rId4" Type="http://schemas.openxmlformats.org/officeDocument/2006/relationships/hyperlink" Target="https://beginnersbook.com/2020/10/computer-network-data-and-signals-in-physical-layer/"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tutorialspoint.com/medium-access-control-sublayer-mac-sublayer" TargetMode="External"/><Relationship Id="rId7" Type="http://schemas.openxmlformats.org/officeDocument/2006/relationships/image" Target="../media/image3.jpeg"/><Relationship Id="rId2" Type="http://schemas.openxmlformats.org/officeDocument/2006/relationships/hyperlink" Target="https://www.scaler.com/topics/computer-network/data-link-layer/" TargetMode="External"/><Relationship Id="rId1" Type="http://schemas.openxmlformats.org/officeDocument/2006/relationships/slideLayout" Target="../slideLayouts/slideLayout2.xml"/><Relationship Id="rId6" Type="http://schemas.openxmlformats.org/officeDocument/2006/relationships/hyperlink" Target="https://www.omscs-notes.com/computer-networks/transport-and-application-layers/" TargetMode="External"/><Relationship Id="rId5" Type="http://schemas.openxmlformats.org/officeDocument/2006/relationships/hyperlink" Target="https://beginnersbook.com/2020/10/computer-network-data-and-signals-in-physical-layer/" TargetMode="External"/><Relationship Id="rId4" Type="http://schemas.openxmlformats.org/officeDocument/2006/relationships/hyperlink" Target="https://www.cisco.com/c/en/us/td/docs/ios-xml/ios/ipaddr_ipv4/configuration/xe-3s/ipv4-xe-3s-book/configuring_ipv4_addresses.html"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960" y="67056"/>
            <a:ext cx="9022080" cy="6696709"/>
            <a:chOff x="60960" y="67056"/>
            <a:chExt cx="9022080" cy="6696709"/>
          </a:xfrm>
        </p:grpSpPr>
        <p:pic>
          <p:nvPicPr>
            <p:cNvPr id="3" name="object 3"/>
            <p:cNvPicPr/>
            <p:nvPr/>
          </p:nvPicPr>
          <p:blipFill>
            <a:blip r:embed="rId2" cstate="print"/>
            <a:stretch>
              <a:fillRect/>
            </a:stretch>
          </p:blipFill>
          <p:spPr>
            <a:xfrm>
              <a:off x="64008" y="70104"/>
              <a:ext cx="9015984" cy="6690356"/>
            </a:xfrm>
            <a:prstGeom prst="rect">
              <a:avLst/>
            </a:prstGeom>
          </p:spPr>
        </p:pic>
        <p:sp>
          <p:nvSpPr>
            <p:cNvPr id="4" name="object 4"/>
            <p:cNvSpPr/>
            <p:nvPr/>
          </p:nvSpPr>
          <p:spPr>
            <a:xfrm>
              <a:off x="64008" y="70104"/>
              <a:ext cx="9016365" cy="6690359"/>
            </a:xfrm>
            <a:custGeom>
              <a:avLst/>
              <a:gdLst/>
              <a:ahLst/>
              <a:cxnLst/>
              <a:rect l="l" t="t" r="r" b="b"/>
              <a:pathLst>
                <a:path w="9016365" h="6690359">
                  <a:moveTo>
                    <a:pt x="0" y="329819"/>
                  </a:moveTo>
                  <a:lnTo>
                    <a:pt x="3575" y="281088"/>
                  </a:lnTo>
                  <a:lnTo>
                    <a:pt x="13961" y="234576"/>
                  </a:lnTo>
                  <a:lnTo>
                    <a:pt x="30648" y="190791"/>
                  </a:lnTo>
                  <a:lnTo>
                    <a:pt x="53126" y="150245"/>
                  </a:lnTo>
                  <a:lnTo>
                    <a:pt x="80884" y="113448"/>
                  </a:lnTo>
                  <a:lnTo>
                    <a:pt x="113414" y="80911"/>
                  </a:lnTo>
                  <a:lnTo>
                    <a:pt x="150203" y="53144"/>
                  </a:lnTo>
                  <a:lnTo>
                    <a:pt x="190744" y="30660"/>
                  </a:lnTo>
                  <a:lnTo>
                    <a:pt x="234525" y="13967"/>
                  </a:lnTo>
                  <a:lnTo>
                    <a:pt x="281036" y="3576"/>
                  </a:lnTo>
                  <a:lnTo>
                    <a:pt x="329768" y="0"/>
                  </a:lnTo>
                  <a:lnTo>
                    <a:pt x="8686165" y="0"/>
                  </a:lnTo>
                  <a:lnTo>
                    <a:pt x="8734895" y="3576"/>
                  </a:lnTo>
                  <a:lnTo>
                    <a:pt x="8781407" y="13967"/>
                  </a:lnTo>
                  <a:lnTo>
                    <a:pt x="8825192" y="30660"/>
                  </a:lnTo>
                  <a:lnTo>
                    <a:pt x="8865738" y="53144"/>
                  </a:lnTo>
                  <a:lnTo>
                    <a:pt x="8902535" y="80911"/>
                  </a:lnTo>
                  <a:lnTo>
                    <a:pt x="8935072" y="113448"/>
                  </a:lnTo>
                  <a:lnTo>
                    <a:pt x="8962839" y="150245"/>
                  </a:lnTo>
                  <a:lnTo>
                    <a:pt x="8985323" y="190791"/>
                  </a:lnTo>
                  <a:lnTo>
                    <a:pt x="9002016" y="234576"/>
                  </a:lnTo>
                  <a:lnTo>
                    <a:pt x="9012407" y="281088"/>
                  </a:lnTo>
                  <a:lnTo>
                    <a:pt x="9015984" y="329819"/>
                  </a:lnTo>
                  <a:lnTo>
                    <a:pt x="9015984" y="6360591"/>
                  </a:lnTo>
                  <a:lnTo>
                    <a:pt x="9012407" y="6409323"/>
                  </a:lnTo>
                  <a:lnTo>
                    <a:pt x="9002016" y="6455834"/>
                  </a:lnTo>
                  <a:lnTo>
                    <a:pt x="8985323" y="6499615"/>
                  </a:lnTo>
                  <a:lnTo>
                    <a:pt x="8962839" y="6540156"/>
                  </a:lnTo>
                  <a:lnTo>
                    <a:pt x="8935072" y="6576945"/>
                  </a:lnTo>
                  <a:lnTo>
                    <a:pt x="8902535" y="6609475"/>
                  </a:lnTo>
                  <a:lnTo>
                    <a:pt x="8865738" y="6637233"/>
                  </a:lnTo>
                  <a:lnTo>
                    <a:pt x="8825192" y="6659711"/>
                  </a:lnTo>
                  <a:lnTo>
                    <a:pt x="8781407" y="6676398"/>
                  </a:lnTo>
                  <a:lnTo>
                    <a:pt x="8734895" y="6686784"/>
                  </a:lnTo>
                  <a:lnTo>
                    <a:pt x="8686165" y="6690360"/>
                  </a:lnTo>
                  <a:lnTo>
                    <a:pt x="329768" y="6690360"/>
                  </a:lnTo>
                  <a:lnTo>
                    <a:pt x="281036" y="6686784"/>
                  </a:lnTo>
                  <a:lnTo>
                    <a:pt x="234525" y="6676398"/>
                  </a:lnTo>
                  <a:lnTo>
                    <a:pt x="190744" y="6659711"/>
                  </a:lnTo>
                  <a:lnTo>
                    <a:pt x="150203" y="6637233"/>
                  </a:lnTo>
                  <a:lnTo>
                    <a:pt x="113414" y="6609475"/>
                  </a:lnTo>
                  <a:lnTo>
                    <a:pt x="80884" y="6576945"/>
                  </a:lnTo>
                  <a:lnTo>
                    <a:pt x="53126" y="6540156"/>
                  </a:lnTo>
                  <a:lnTo>
                    <a:pt x="30648" y="6499615"/>
                  </a:lnTo>
                  <a:lnTo>
                    <a:pt x="13961" y="6455834"/>
                  </a:lnTo>
                  <a:lnTo>
                    <a:pt x="3575" y="6409323"/>
                  </a:lnTo>
                  <a:lnTo>
                    <a:pt x="0" y="6360591"/>
                  </a:lnTo>
                  <a:lnTo>
                    <a:pt x="0" y="329819"/>
                  </a:lnTo>
                  <a:close/>
                </a:path>
              </a:pathLst>
            </a:custGeom>
            <a:ln w="6096">
              <a:solidFill>
                <a:srgbClr val="000000"/>
              </a:solidFill>
            </a:ln>
          </p:spPr>
          <p:txBody>
            <a:bodyPr wrap="square" lIns="0" tIns="0" rIns="0" bIns="0" rtlCol="0"/>
            <a:lstStyle/>
            <a:p>
              <a:endParaRPr/>
            </a:p>
          </p:txBody>
        </p:sp>
        <p:sp>
          <p:nvSpPr>
            <p:cNvPr id="5" name="object 5"/>
            <p:cNvSpPr/>
            <p:nvPr/>
          </p:nvSpPr>
          <p:spPr>
            <a:xfrm>
              <a:off x="64008" y="1395983"/>
              <a:ext cx="9019540" cy="121920"/>
            </a:xfrm>
            <a:custGeom>
              <a:avLst/>
              <a:gdLst/>
              <a:ahLst/>
              <a:cxnLst/>
              <a:rect l="l" t="t" r="r" b="b"/>
              <a:pathLst>
                <a:path w="9019540" h="121919">
                  <a:moveTo>
                    <a:pt x="9019032" y="0"/>
                  </a:moveTo>
                  <a:lnTo>
                    <a:pt x="0" y="0"/>
                  </a:lnTo>
                  <a:lnTo>
                    <a:pt x="0" y="121920"/>
                  </a:lnTo>
                  <a:lnTo>
                    <a:pt x="9019032" y="121920"/>
                  </a:lnTo>
                  <a:lnTo>
                    <a:pt x="9019032" y="0"/>
                  </a:lnTo>
                  <a:close/>
                </a:path>
              </a:pathLst>
            </a:custGeom>
            <a:solidFill>
              <a:srgbClr val="E6B0AB"/>
            </a:solidFill>
          </p:spPr>
          <p:txBody>
            <a:bodyPr wrap="square" lIns="0" tIns="0" rIns="0" bIns="0" rtlCol="0"/>
            <a:lstStyle/>
            <a:p>
              <a:endParaRPr/>
            </a:p>
          </p:txBody>
        </p:sp>
        <p:sp>
          <p:nvSpPr>
            <p:cNvPr id="6" name="object 6"/>
            <p:cNvSpPr/>
            <p:nvPr/>
          </p:nvSpPr>
          <p:spPr>
            <a:xfrm>
              <a:off x="64008" y="2977895"/>
              <a:ext cx="9019540" cy="109855"/>
            </a:xfrm>
            <a:custGeom>
              <a:avLst/>
              <a:gdLst/>
              <a:ahLst/>
              <a:cxnLst/>
              <a:rect l="l" t="t" r="r" b="b"/>
              <a:pathLst>
                <a:path w="9019540" h="109855">
                  <a:moveTo>
                    <a:pt x="9019032" y="0"/>
                  </a:moveTo>
                  <a:lnTo>
                    <a:pt x="0" y="0"/>
                  </a:lnTo>
                  <a:lnTo>
                    <a:pt x="0" y="109727"/>
                  </a:lnTo>
                  <a:lnTo>
                    <a:pt x="9019032" y="109727"/>
                  </a:lnTo>
                  <a:lnTo>
                    <a:pt x="9019032" y="0"/>
                  </a:lnTo>
                  <a:close/>
                </a:path>
              </a:pathLst>
            </a:custGeom>
            <a:solidFill>
              <a:srgbClr val="918485"/>
            </a:solidFill>
          </p:spPr>
          <p:txBody>
            <a:bodyPr wrap="square" lIns="0" tIns="0" rIns="0" bIns="0" rtlCol="0"/>
            <a:lstStyle/>
            <a:p>
              <a:endParaRPr/>
            </a:p>
          </p:txBody>
        </p:sp>
      </p:grpSp>
      <p:sp>
        <p:nvSpPr>
          <p:cNvPr id="7" name="object 7"/>
          <p:cNvSpPr txBox="1"/>
          <p:nvPr/>
        </p:nvSpPr>
        <p:spPr>
          <a:xfrm>
            <a:off x="2362200" y="3188919"/>
            <a:ext cx="3962400" cy="1651093"/>
          </a:xfrm>
          <a:prstGeom prst="rect">
            <a:avLst/>
          </a:prstGeom>
        </p:spPr>
        <p:txBody>
          <a:bodyPr vert="horz" wrap="square" lIns="0" tIns="12065" rIns="0" bIns="0" rtlCol="0">
            <a:spAutoFit/>
          </a:bodyPr>
          <a:lstStyle/>
          <a:p>
            <a:pPr marL="12700" algn="ctr">
              <a:lnSpc>
                <a:spcPct val="100000"/>
              </a:lnSpc>
              <a:spcBef>
                <a:spcPts val="95"/>
              </a:spcBef>
            </a:pPr>
            <a:r>
              <a:rPr sz="2600" b="1" spc="-195" dirty="0">
                <a:solidFill>
                  <a:srgbClr val="696363"/>
                </a:solidFill>
                <a:latin typeface="Times New Roman"/>
                <a:cs typeface="Times New Roman"/>
              </a:rPr>
              <a:t>Le</a:t>
            </a:r>
            <a:r>
              <a:rPr sz="2600" b="1" spc="-160" dirty="0">
                <a:solidFill>
                  <a:srgbClr val="696363"/>
                </a:solidFill>
                <a:latin typeface="Times New Roman"/>
                <a:cs typeface="Times New Roman"/>
              </a:rPr>
              <a:t>c</a:t>
            </a:r>
            <a:r>
              <a:rPr sz="2600" b="1" spc="40" dirty="0">
                <a:solidFill>
                  <a:srgbClr val="696363"/>
                </a:solidFill>
                <a:latin typeface="Times New Roman"/>
                <a:cs typeface="Times New Roman"/>
              </a:rPr>
              <a:t>t</a:t>
            </a:r>
            <a:r>
              <a:rPr sz="2600" b="1" spc="-130" dirty="0">
                <a:solidFill>
                  <a:srgbClr val="696363"/>
                </a:solidFill>
                <a:latin typeface="Times New Roman"/>
                <a:cs typeface="Times New Roman"/>
              </a:rPr>
              <a:t>u</a:t>
            </a:r>
            <a:r>
              <a:rPr sz="2600" b="1" spc="-5" dirty="0">
                <a:solidFill>
                  <a:srgbClr val="696363"/>
                </a:solidFill>
                <a:latin typeface="Times New Roman"/>
                <a:cs typeface="Times New Roman"/>
              </a:rPr>
              <a:t>r</a:t>
            </a:r>
            <a:r>
              <a:rPr sz="2600" b="1" spc="-105" dirty="0">
                <a:solidFill>
                  <a:srgbClr val="696363"/>
                </a:solidFill>
                <a:latin typeface="Times New Roman"/>
                <a:cs typeface="Times New Roman"/>
              </a:rPr>
              <a:t>e</a:t>
            </a:r>
            <a:r>
              <a:rPr sz="2600" b="1" spc="-50" dirty="0">
                <a:solidFill>
                  <a:srgbClr val="696363"/>
                </a:solidFill>
                <a:latin typeface="Times New Roman"/>
                <a:cs typeface="Times New Roman"/>
              </a:rPr>
              <a:t> </a:t>
            </a:r>
            <a:r>
              <a:rPr lang="en-US" sz="2600" b="1" spc="-50" dirty="0" smtClean="0">
                <a:solidFill>
                  <a:srgbClr val="696363"/>
                </a:solidFill>
                <a:latin typeface="Times New Roman"/>
                <a:cs typeface="Times New Roman"/>
              </a:rPr>
              <a:t>#</a:t>
            </a:r>
            <a:r>
              <a:rPr sz="2600" b="1" spc="-114" dirty="0" smtClean="0">
                <a:solidFill>
                  <a:srgbClr val="696363"/>
                </a:solidFill>
                <a:latin typeface="Times New Roman"/>
                <a:cs typeface="Times New Roman"/>
              </a:rPr>
              <a:t>0</a:t>
            </a:r>
            <a:endParaRPr lang="en-US" sz="2600" b="1" spc="-114" dirty="0" smtClean="0">
              <a:solidFill>
                <a:srgbClr val="696363"/>
              </a:solidFill>
              <a:latin typeface="Times New Roman"/>
              <a:cs typeface="Times New Roman"/>
            </a:endParaRPr>
          </a:p>
          <a:p>
            <a:pPr marL="12700" algn="ctr">
              <a:lnSpc>
                <a:spcPct val="100000"/>
              </a:lnSpc>
              <a:spcBef>
                <a:spcPts val="95"/>
              </a:spcBef>
            </a:pPr>
            <a:endParaRPr lang="en-US" sz="2600" spc="-114" dirty="0">
              <a:solidFill>
                <a:srgbClr val="696363"/>
              </a:solidFill>
              <a:latin typeface="Times New Roman"/>
              <a:cs typeface="Times New Roman"/>
            </a:endParaRPr>
          </a:p>
          <a:p>
            <a:pPr marL="12700" algn="ctr">
              <a:lnSpc>
                <a:spcPct val="100000"/>
              </a:lnSpc>
              <a:spcBef>
                <a:spcPts val="95"/>
              </a:spcBef>
            </a:pPr>
            <a:endParaRPr lang="en-US" sz="2600" spc="-114" dirty="0" smtClean="0">
              <a:solidFill>
                <a:srgbClr val="696363"/>
              </a:solidFill>
              <a:latin typeface="Times New Roman"/>
              <a:cs typeface="Times New Roman"/>
            </a:endParaRPr>
          </a:p>
          <a:p>
            <a:pPr marL="12700" algn="ctr">
              <a:lnSpc>
                <a:spcPct val="100000"/>
              </a:lnSpc>
              <a:spcBef>
                <a:spcPts val="95"/>
              </a:spcBef>
            </a:pPr>
            <a:r>
              <a:rPr lang="en-US" sz="2600" i="1" spc="-114" dirty="0" smtClean="0">
                <a:solidFill>
                  <a:srgbClr val="696363"/>
                </a:solidFill>
                <a:latin typeface="Times New Roman"/>
                <a:cs typeface="Times New Roman"/>
              </a:rPr>
              <a:t>Kick Start Session</a:t>
            </a:r>
            <a:endParaRPr sz="2600" i="1" dirty="0">
              <a:latin typeface="Times New Roman"/>
              <a:cs typeface="Times New Roman"/>
            </a:endParaRPr>
          </a:p>
        </p:txBody>
      </p:sp>
      <p:sp>
        <p:nvSpPr>
          <p:cNvPr id="8" name="object 8"/>
          <p:cNvSpPr txBox="1"/>
          <p:nvPr/>
        </p:nvSpPr>
        <p:spPr>
          <a:xfrm>
            <a:off x="64007" y="1517903"/>
            <a:ext cx="9019540" cy="1460500"/>
          </a:xfrm>
          <a:prstGeom prst="rect">
            <a:avLst/>
          </a:prstGeom>
          <a:solidFill>
            <a:srgbClr val="D24717"/>
          </a:solidFill>
        </p:spPr>
        <p:txBody>
          <a:bodyPr vert="horz" wrap="square" lIns="0" tIns="382905" rIns="0" bIns="0" rtlCol="0">
            <a:spAutoFit/>
          </a:bodyPr>
          <a:lstStyle/>
          <a:p>
            <a:pPr algn="ctr">
              <a:lnSpc>
                <a:spcPct val="100000"/>
              </a:lnSpc>
              <a:spcBef>
                <a:spcPts val="3015"/>
              </a:spcBef>
            </a:pPr>
            <a:r>
              <a:rPr sz="4000" spc="-60" dirty="0">
                <a:solidFill>
                  <a:srgbClr val="FFFFFF"/>
                </a:solidFill>
                <a:latin typeface="Franklin Gothic Medium"/>
                <a:cs typeface="Franklin Gothic Medium"/>
              </a:rPr>
              <a:t>Computer</a:t>
            </a:r>
            <a:r>
              <a:rPr sz="4000" spc="-90" dirty="0">
                <a:solidFill>
                  <a:srgbClr val="FFFFFF"/>
                </a:solidFill>
                <a:latin typeface="Franklin Gothic Medium"/>
                <a:cs typeface="Franklin Gothic Medium"/>
              </a:rPr>
              <a:t> </a:t>
            </a:r>
            <a:r>
              <a:rPr sz="4000" spc="-60" dirty="0">
                <a:solidFill>
                  <a:srgbClr val="FFFFFF"/>
                </a:solidFill>
                <a:latin typeface="Franklin Gothic Medium"/>
                <a:cs typeface="Franklin Gothic Medium"/>
              </a:rPr>
              <a:t>Network</a:t>
            </a:r>
            <a:r>
              <a:rPr sz="4000" spc="-50" dirty="0">
                <a:solidFill>
                  <a:srgbClr val="FFFFFF"/>
                </a:solidFill>
                <a:latin typeface="Franklin Gothic Medium"/>
                <a:cs typeface="Franklin Gothic Medium"/>
              </a:rPr>
              <a:t> </a:t>
            </a:r>
            <a:r>
              <a:rPr sz="4000" spc="5" dirty="0">
                <a:solidFill>
                  <a:srgbClr val="FFFFFF"/>
                </a:solidFill>
                <a:latin typeface="Franklin Gothic Medium"/>
                <a:cs typeface="Franklin Gothic Medium"/>
              </a:rPr>
              <a:t>CSE306</a:t>
            </a:r>
            <a:endParaRPr sz="4000">
              <a:latin typeface="Franklin Gothic Medium"/>
              <a:cs typeface="Franklin Gothic Medium"/>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1472" y="563956"/>
            <a:ext cx="7082155" cy="757555"/>
          </a:xfrm>
          <a:prstGeom prst="rect">
            <a:avLst/>
          </a:prstGeom>
        </p:spPr>
        <p:txBody>
          <a:bodyPr vert="horz" wrap="square" lIns="0" tIns="12700" rIns="0" bIns="0" rtlCol="0">
            <a:spAutoFit/>
          </a:bodyPr>
          <a:lstStyle/>
          <a:p>
            <a:pPr marL="12700">
              <a:lnSpc>
                <a:spcPct val="100000"/>
              </a:lnSpc>
              <a:spcBef>
                <a:spcPts val="100"/>
              </a:spcBef>
              <a:tabLst>
                <a:tab pos="404495" algn="l"/>
                <a:tab pos="7068820" algn="l"/>
              </a:tabLst>
            </a:pPr>
            <a:r>
              <a:rPr u="heavy" dirty="0">
                <a:uFill>
                  <a:solidFill>
                    <a:srgbClr val="855D5D"/>
                  </a:solidFill>
                </a:uFill>
              </a:rPr>
              <a:t> 	</a:t>
            </a:r>
            <a:r>
              <a:rPr u="heavy" spc="-5" dirty="0">
                <a:uFill>
                  <a:solidFill>
                    <a:srgbClr val="855D5D"/>
                  </a:solidFill>
                </a:uFill>
              </a:rPr>
              <a:t>Course</a:t>
            </a:r>
            <a:r>
              <a:rPr u="heavy" spc="-30" dirty="0">
                <a:uFill>
                  <a:solidFill>
                    <a:srgbClr val="855D5D"/>
                  </a:solidFill>
                </a:uFill>
              </a:rPr>
              <a:t> </a:t>
            </a:r>
            <a:r>
              <a:rPr u="heavy" spc="-40" dirty="0">
                <a:uFill>
                  <a:solidFill>
                    <a:srgbClr val="855D5D"/>
                  </a:solidFill>
                </a:uFill>
              </a:rPr>
              <a:t>details	</a:t>
            </a:r>
          </a:p>
        </p:txBody>
      </p:sp>
      <p:sp>
        <p:nvSpPr>
          <p:cNvPr id="3" name="object 3"/>
          <p:cNvSpPr txBox="1"/>
          <p:nvPr/>
        </p:nvSpPr>
        <p:spPr>
          <a:xfrm>
            <a:off x="307340" y="1341383"/>
            <a:ext cx="8109584" cy="3929281"/>
          </a:xfrm>
          <a:prstGeom prst="rect">
            <a:avLst/>
          </a:prstGeom>
        </p:spPr>
        <p:txBody>
          <a:bodyPr vert="horz" wrap="square" lIns="0" tIns="88900" rIns="0" bIns="0" rtlCol="0">
            <a:spAutoFit/>
          </a:bodyPr>
          <a:lstStyle/>
          <a:p>
            <a:pPr marL="12065">
              <a:lnSpc>
                <a:spcPct val="100000"/>
              </a:lnSpc>
              <a:spcBef>
                <a:spcPts val="700"/>
              </a:spcBef>
              <a:buClr>
                <a:srgbClr val="D24717"/>
              </a:buClr>
              <a:buSzPct val="85000"/>
              <a:tabLst>
                <a:tab pos="287655" algn="l"/>
              </a:tabLst>
            </a:pPr>
            <a:r>
              <a:rPr sz="4000" spc="-720" dirty="0">
                <a:solidFill>
                  <a:srgbClr val="C00000"/>
                </a:solidFill>
                <a:latin typeface="Times New Roman"/>
                <a:cs typeface="Times New Roman"/>
              </a:rPr>
              <a:t>L</a:t>
            </a:r>
            <a:r>
              <a:rPr sz="4000" spc="-204" dirty="0">
                <a:solidFill>
                  <a:srgbClr val="C00000"/>
                </a:solidFill>
                <a:latin typeface="Times New Roman"/>
                <a:cs typeface="Times New Roman"/>
              </a:rPr>
              <a:t>TP</a:t>
            </a:r>
            <a:r>
              <a:rPr sz="4000" spc="-125" dirty="0">
                <a:solidFill>
                  <a:srgbClr val="C00000"/>
                </a:solidFill>
                <a:latin typeface="Times New Roman"/>
                <a:cs typeface="Times New Roman"/>
              </a:rPr>
              <a:t> </a:t>
            </a:r>
            <a:r>
              <a:rPr sz="4000" spc="5" dirty="0">
                <a:solidFill>
                  <a:srgbClr val="C00000"/>
                </a:solidFill>
                <a:latin typeface="Lucida Sans Unicode"/>
                <a:cs typeface="Lucida Sans Unicode"/>
              </a:rPr>
              <a:t>–</a:t>
            </a:r>
            <a:r>
              <a:rPr sz="4000" spc="-370" dirty="0">
                <a:solidFill>
                  <a:srgbClr val="C00000"/>
                </a:solidFill>
                <a:latin typeface="Lucida Sans Unicode"/>
                <a:cs typeface="Lucida Sans Unicode"/>
              </a:rPr>
              <a:t> </a:t>
            </a:r>
            <a:r>
              <a:rPr sz="4000" spc="-165" dirty="0">
                <a:solidFill>
                  <a:srgbClr val="C00000"/>
                </a:solidFill>
                <a:latin typeface="Times New Roman"/>
                <a:cs typeface="Times New Roman"/>
              </a:rPr>
              <a:t>3</a:t>
            </a:r>
            <a:r>
              <a:rPr sz="4000" spc="-110" dirty="0">
                <a:solidFill>
                  <a:srgbClr val="C00000"/>
                </a:solidFill>
                <a:latin typeface="Times New Roman"/>
                <a:cs typeface="Times New Roman"/>
              </a:rPr>
              <a:t> </a:t>
            </a:r>
            <a:r>
              <a:rPr sz="4000" spc="-165" dirty="0">
                <a:solidFill>
                  <a:srgbClr val="C00000"/>
                </a:solidFill>
                <a:latin typeface="Times New Roman"/>
                <a:cs typeface="Times New Roman"/>
              </a:rPr>
              <a:t>0</a:t>
            </a:r>
            <a:r>
              <a:rPr sz="4000" spc="-100" dirty="0">
                <a:solidFill>
                  <a:srgbClr val="C00000"/>
                </a:solidFill>
                <a:latin typeface="Times New Roman"/>
                <a:cs typeface="Times New Roman"/>
              </a:rPr>
              <a:t> </a:t>
            </a:r>
            <a:r>
              <a:rPr sz="4000" spc="-165" dirty="0">
                <a:solidFill>
                  <a:srgbClr val="C00000"/>
                </a:solidFill>
                <a:latin typeface="Times New Roman"/>
                <a:cs typeface="Times New Roman"/>
              </a:rPr>
              <a:t>0</a:t>
            </a:r>
            <a:r>
              <a:rPr sz="4000" spc="-100" dirty="0">
                <a:solidFill>
                  <a:srgbClr val="C00000"/>
                </a:solidFill>
                <a:latin typeface="Times New Roman"/>
                <a:cs typeface="Times New Roman"/>
              </a:rPr>
              <a:t> </a:t>
            </a:r>
            <a:r>
              <a:rPr sz="4000" spc="-240" dirty="0">
                <a:solidFill>
                  <a:srgbClr val="C00000"/>
                </a:solidFill>
                <a:latin typeface="Times New Roman"/>
                <a:cs typeface="Times New Roman"/>
              </a:rPr>
              <a:t>[T</a:t>
            </a:r>
            <a:r>
              <a:rPr sz="4000" spc="-265" dirty="0">
                <a:solidFill>
                  <a:srgbClr val="C00000"/>
                </a:solidFill>
                <a:latin typeface="Times New Roman"/>
                <a:cs typeface="Times New Roman"/>
              </a:rPr>
              <a:t>h</a:t>
            </a:r>
            <a:r>
              <a:rPr sz="4000" spc="-20" dirty="0">
                <a:solidFill>
                  <a:srgbClr val="C00000"/>
                </a:solidFill>
                <a:latin typeface="Times New Roman"/>
                <a:cs typeface="Times New Roman"/>
              </a:rPr>
              <a:t>r</a:t>
            </a:r>
            <a:r>
              <a:rPr sz="4000" spc="-150" dirty="0">
                <a:solidFill>
                  <a:srgbClr val="C00000"/>
                </a:solidFill>
                <a:latin typeface="Times New Roman"/>
                <a:cs typeface="Times New Roman"/>
              </a:rPr>
              <a:t>ee</a:t>
            </a:r>
            <a:r>
              <a:rPr sz="4000" spc="-85" dirty="0">
                <a:solidFill>
                  <a:srgbClr val="C00000"/>
                </a:solidFill>
                <a:latin typeface="Times New Roman"/>
                <a:cs typeface="Times New Roman"/>
              </a:rPr>
              <a:t> </a:t>
            </a:r>
            <a:r>
              <a:rPr sz="4000" spc="-125" dirty="0">
                <a:solidFill>
                  <a:srgbClr val="C00000"/>
                </a:solidFill>
                <a:latin typeface="Times New Roman"/>
                <a:cs typeface="Times New Roman"/>
              </a:rPr>
              <a:t>lect</a:t>
            </a:r>
            <a:r>
              <a:rPr sz="4000" spc="-185" dirty="0">
                <a:solidFill>
                  <a:srgbClr val="C00000"/>
                </a:solidFill>
                <a:latin typeface="Times New Roman"/>
                <a:cs typeface="Times New Roman"/>
              </a:rPr>
              <a:t>u</a:t>
            </a:r>
            <a:r>
              <a:rPr sz="4000" spc="-20" dirty="0">
                <a:solidFill>
                  <a:srgbClr val="C00000"/>
                </a:solidFill>
                <a:latin typeface="Times New Roman"/>
                <a:cs typeface="Times New Roman"/>
              </a:rPr>
              <a:t>r</a:t>
            </a:r>
            <a:r>
              <a:rPr sz="4000" spc="-225" dirty="0">
                <a:solidFill>
                  <a:srgbClr val="C00000"/>
                </a:solidFill>
                <a:latin typeface="Times New Roman"/>
                <a:cs typeface="Times New Roman"/>
              </a:rPr>
              <a:t>es</a:t>
            </a:r>
            <a:r>
              <a:rPr sz="4000" spc="-100" dirty="0">
                <a:solidFill>
                  <a:srgbClr val="C00000"/>
                </a:solidFill>
                <a:latin typeface="Times New Roman"/>
                <a:cs typeface="Times New Roman"/>
              </a:rPr>
              <a:t> </a:t>
            </a:r>
            <a:r>
              <a:rPr lang="en-US" sz="4000" spc="-645" dirty="0" smtClean="0">
                <a:solidFill>
                  <a:srgbClr val="C00000"/>
                </a:solidFill>
                <a:latin typeface="Times New Roman"/>
                <a:cs typeface="Times New Roman"/>
              </a:rPr>
              <a:t>per     </a:t>
            </a:r>
            <a:r>
              <a:rPr sz="4000" spc="-365" dirty="0" smtClean="0">
                <a:solidFill>
                  <a:srgbClr val="C00000"/>
                </a:solidFill>
                <a:latin typeface="Times New Roman"/>
                <a:cs typeface="Times New Roman"/>
              </a:rPr>
              <a:t>w</a:t>
            </a:r>
            <a:r>
              <a:rPr sz="4000" spc="-210" dirty="0" smtClean="0">
                <a:solidFill>
                  <a:srgbClr val="C00000"/>
                </a:solidFill>
                <a:latin typeface="Times New Roman"/>
                <a:cs typeface="Times New Roman"/>
              </a:rPr>
              <a:t>eek]</a:t>
            </a:r>
            <a:endParaRPr lang="en-US" sz="4000" spc="-210" dirty="0" smtClean="0">
              <a:solidFill>
                <a:srgbClr val="C00000"/>
              </a:solidFill>
              <a:latin typeface="Times New Roman"/>
              <a:cs typeface="Times New Roman"/>
            </a:endParaRPr>
          </a:p>
          <a:p>
            <a:pPr marL="287020" indent="-274955" algn="just">
              <a:lnSpc>
                <a:spcPct val="100000"/>
              </a:lnSpc>
              <a:spcBef>
                <a:spcPts val="700"/>
              </a:spcBef>
              <a:buClr>
                <a:srgbClr val="D24717"/>
              </a:buClr>
              <a:buSzPct val="85000"/>
              <a:buFont typeface="Segoe UI Symbol"/>
              <a:buChar char="⚫"/>
              <a:tabLst>
                <a:tab pos="287655" algn="l"/>
              </a:tabLst>
            </a:pPr>
            <a:endParaRPr lang="en-US" sz="3200" b="1" spc="-210" dirty="0" smtClean="0">
              <a:solidFill>
                <a:schemeClr val="accent1">
                  <a:lumMod val="75000"/>
                </a:schemeClr>
              </a:solidFill>
              <a:latin typeface="Times New Roman"/>
              <a:cs typeface="Times New Roman"/>
            </a:endParaRPr>
          </a:p>
          <a:p>
            <a:pPr marL="287020" indent="-274955" algn="just">
              <a:lnSpc>
                <a:spcPct val="100000"/>
              </a:lnSpc>
              <a:spcBef>
                <a:spcPts val="700"/>
              </a:spcBef>
              <a:buClr>
                <a:srgbClr val="D24717"/>
              </a:buClr>
              <a:buSzPct val="85000"/>
              <a:buFont typeface="Segoe UI Symbol"/>
              <a:buChar char="⚫"/>
              <a:tabLst>
                <a:tab pos="287655" algn="l"/>
              </a:tabLst>
            </a:pPr>
            <a:r>
              <a:rPr lang="en-US" sz="3200" spc="-210" dirty="0">
                <a:solidFill>
                  <a:schemeClr val="accent1">
                    <a:lumMod val="75000"/>
                  </a:schemeClr>
                </a:solidFill>
                <a:latin typeface="Times New Roman"/>
                <a:cs typeface="Times New Roman"/>
              </a:rPr>
              <a:t>Students will complete two online lectures per week on the </a:t>
            </a:r>
            <a:r>
              <a:rPr lang="en-US" sz="3200" spc="-210" dirty="0" err="1">
                <a:solidFill>
                  <a:schemeClr val="accent1">
                    <a:lumMod val="75000"/>
                  </a:schemeClr>
                </a:solidFill>
                <a:latin typeface="Times New Roman"/>
                <a:cs typeface="Times New Roman"/>
              </a:rPr>
              <a:t>Coursera</a:t>
            </a:r>
            <a:r>
              <a:rPr lang="en-US" sz="3200" spc="-210" dirty="0">
                <a:solidFill>
                  <a:schemeClr val="accent1">
                    <a:lumMod val="75000"/>
                  </a:schemeClr>
                </a:solidFill>
                <a:latin typeface="Times New Roman"/>
                <a:cs typeface="Times New Roman"/>
              </a:rPr>
              <a:t> platform</a:t>
            </a:r>
            <a:r>
              <a:rPr lang="en-US" sz="3200" spc="-210" dirty="0" smtClean="0">
                <a:solidFill>
                  <a:schemeClr val="accent1">
                    <a:lumMod val="75000"/>
                  </a:schemeClr>
                </a:solidFill>
                <a:latin typeface="Times New Roman"/>
                <a:cs typeface="Times New Roman"/>
              </a:rPr>
              <a:t>.</a:t>
            </a:r>
          </a:p>
          <a:p>
            <a:pPr marL="287020" indent="-274955" algn="just">
              <a:lnSpc>
                <a:spcPct val="100000"/>
              </a:lnSpc>
              <a:spcBef>
                <a:spcPts val="700"/>
              </a:spcBef>
              <a:buClr>
                <a:srgbClr val="D24717"/>
              </a:buClr>
              <a:buSzPct val="85000"/>
              <a:buFont typeface="Segoe UI Symbol"/>
              <a:buChar char="⚫"/>
              <a:tabLst>
                <a:tab pos="287655" algn="l"/>
              </a:tabLst>
            </a:pPr>
            <a:r>
              <a:rPr lang="en-US" sz="3200" spc="-210" dirty="0">
                <a:solidFill>
                  <a:schemeClr val="accent1">
                    <a:lumMod val="75000"/>
                  </a:schemeClr>
                </a:solidFill>
                <a:latin typeface="Times New Roman"/>
                <a:cs typeface="Times New Roman"/>
              </a:rPr>
              <a:t> One </a:t>
            </a:r>
            <a:r>
              <a:rPr lang="en-US" sz="3200" spc="-210" dirty="0" smtClean="0">
                <a:solidFill>
                  <a:schemeClr val="accent1">
                    <a:lumMod val="75000"/>
                  </a:schemeClr>
                </a:solidFill>
                <a:latin typeface="Times New Roman"/>
                <a:cs typeface="Times New Roman"/>
              </a:rPr>
              <a:t>lecture per week will </a:t>
            </a:r>
            <a:r>
              <a:rPr lang="en-US" sz="3200" spc="-210" dirty="0">
                <a:solidFill>
                  <a:schemeClr val="accent1">
                    <a:lumMod val="75000"/>
                  </a:schemeClr>
                </a:solidFill>
                <a:latin typeface="Times New Roman"/>
                <a:cs typeface="Times New Roman"/>
              </a:rPr>
              <a:t>be </a:t>
            </a:r>
            <a:r>
              <a:rPr lang="en-US" sz="3200" spc="-210" dirty="0" smtClean="0">
                <a:solidFill>
                  <a:schemeClr val="accent1">
                    <a:lumMod val="75000"/>
                  </a:schemeClr>
                </a:solidFill>
                <a:latin typeface="Times New Roman"/>
                <a:cs typeface="Times New Roman"/>
              </a:rPr>
              <a:t>in</a:t>
            </a:r>
            <a:r>
              <a:rPr lang="en-US" sz="3200" spc="-210" dirty="0" smtClean="0">
                <a:solidFill>
                  <a:schemeClr val="accent1">
                    <a:lumMod val="75000"/>
                  </a:schemeClr>
                </a:solidFill>
                <a:latin typeface="Times New Roman"/>
                <a:cs typeface="Times New Roman"/>
              </a:rPr>
              <a:t> </a:t>
            </a:r>
            <a:r>
              <a:rPr lang="en-US" sz="3200" spc="-210" dirty="0">
                <a:solidFill>
                  <a:schemeClr val="accent1">
                    <a:lumMod val="75000"/>
                  </a:schemeClr>
                </a:solidFill>
                <a:latin typeface="Times New Roman"/>
                <a:cs typeface="Times New Roman"/>
              </a:rPr>
              <a:t>offline </a:t>
            </a:r>
            <a:r>
              <a:rPr lang="en-US" sz="3200" spc="-210" dirty="0" smtClean="0">
                <a:solidFill>
                  <a:schemeClr val="accent1">
                    <a:lumMod val="75000"/>
                  </a:schemeClr>
                </a:solidFill>
                <a:latin typeface="Times New Roman"/>
                <a:cs typeface="Times New Roman"/>
              </a:rPr>
              <a:t>mode </a:t>
            </a:r>
            <a:r>
              <a:rPr lang="en-US" sz="3200" spc="-210" dirty="0">
                <a:solidFill>
                  <a:schemeClr val="accent1">
                    <a:lumMod val="75000"/>
                  </a:schemeClr>
                </a:solidFill>
                <a:latin typeface="Times New Roman"/>
                <a:cs typeface="Times New Roman"/>
              </a:rPr>
              <a:t>for student-teacher interaction, doubt clearing, and evaluations</a:t>
            </a:r>
            <a:endParaRPr sz="3200" dirty="0">
              <a:solidFill>
                <a:schemeClr val="accent1">
                  <a:lumMod val="75000"/>
                </a:schemeClr>
              </a:solidFill>
              <a:latin typeface="Times New Roman"/>
              <a:cs typeface="Times New Roman"/>
            </a:endParaRPr>
          </a:p>
        </p:txBody>
      </p:sp>
      <p:pic>
        <p:nvPicPr>
          <p:cNvPr id="4" name="object 4"/>
          <p:cNvPicPr/>
          <p:nvPr/>
        </p:nvPicPr>
        <p:blipFill>
          <a:blip r:embed="rId2" cstate="print"/>
          <a:stretch>
            <a:fillRect/>
          </a:stretch>
        </p:blipFill>
        <p:spPr>
          <a:xfrm>
            <a:off x="569976" y="1231372"/>
            <a:ext cx="7157974" cy="120161"/>
          </a:xfrm>
          <a:prstGeom prst="rect">
            <a:avLst/>
          </a:prstGeom>
        </p:spPr>
      </p:pic>
      <p:pic>
        <p:nvPicPr>
          <p:cNvPr id="5" name="object 5"/>
          <p:cNvPicPr/>
          <p:nvPr/>
        </p:nvPicPr>
        <p:blipFill>
          <a:blip r:embed="rId3" cstate="print"/>
          <a:stretch>
            <a:fillRect/>
          </a:stretch>
        </p:blipFill>
        <p:spPr>
          <a:xfrm>
            <a:off x="7391400" y="85343"/>
            <a:ext cx="1676400" cy="679703"/>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4E55CE-FF05-3B04-A096-4AF76D7A89C5}"/>
              </a:ext>
            </a:extLst>
          </p:cNvPr>
          <p:cNvSpPr>
            <a:spLocks noGrp="1"/>
          </p:cNvSpPr>
          <p:nvPr>
            <p:ph type="title"/>
          </p:nvPr>
        </p:nvSpPr>
        <p:spPr>
          <a:xfrm>
            <a:off x="685800" y="241827"/>
            <a:ext cx="6705600" cy="901174"/>
          </a:xfrm>
        </p:spPr>
        <p:txBody>
          <a:bodyPr/>
          <a:lstStyle/>
          <a:p>
            <a:pPr algn="ctr"/>
            <a:r>
              <a:rPr lang="en-US" sz="3200" b="1" dirty="0" smtClean="0">
                <a:latin typeface="Times New Roman" panose="02020603050405020304" pitchFamily="18" charset="0"/>
                <a:cs typeface="Times New Roman" panose="02020603050405020304" pitchFamily="18" charset="0"/>
              </a:rPr>
              <a:t>Courses to be Completed </a:t>
            </a:r>
            <a:r>
              <a:rPr lang="en-US" sz="3200" b="1" dirty="0" smtClean="0">
                <a:latin typeface="Times New Roman" panose="02020603050405020304" pitchFamily="18" charset="0"/>
                <a:cs typeface="Times New Roman" panose="02020603050405020304" pitchFamily="18" charset="0"/>
              </a:rPr>
              <a:t>on </a:t>
            </a:r>
            <a:r>
              <a:rPr lang="en-US" sz="3200" b="1" dirty="0" err="1" smtClean="0">
                <a:latin typeface="Times New Roman" panose="02020603050405020304" pitchFamily="18" charset="0"/>
                <a:cs typeface="Times New Roman" panose="02020603050405020304" pitchFamily="18" charset="0"/>
              </a:rPr>
              <a:t>Coursera</a:t>
            </a:r>
            <a:r>
              <a:rPr lang="en-US" sz="3200" b="1" dirty="0" smtClean="0">
                <a:latin typeface="Times New Roman" panose="02020603050405020304" pitchFamily="18" charset="0"/>
                <a:cs typeface="Times New Roman" panose="02020603050405020304" pitchFamily="18" charset="0"/>
              </a:rPr>
              <a:t> Platform</a:t>
            </a:r>
            <a:endParaRPr lang="en-IN" sz="3200" b="1" dirty="0"/>
          </a:p>
        </p:txBody>
      </p:sp>
      <p:pic>
        <p:nvPicPr>
          <p:cNvPr id="3" name="object 5">
            <a:extLst>
              <a:ext uri="{FF2B5EF4-FFF2-40B4-BE49-F238E27FC236}">
                <a16:creationId xmlns="" xmlns:a16="http://schemas.microsoft.com/office/drawing/2014/main" id="{C347D7C2-2376-C7A1-A48F-F9E188F3369C}"/>
              </a:ext>
            </a:extLst>
          </p:cNvPr>
          <p:cNvPicPr/>
          <p:nvPr/>
        </p:nvPicPr>
        <p:blipFill>
          <a:blip r:embed="rId2" cstate="print"/>
          <a:stretch>
            <a:fillRect/>
          </a:stretch>
        </p:blipFill>
        <p:spPr>
          <a:xfrm>
            <a:off x="7391400" y="85343"/>
            <a:ext cx="1676400" cy="679703"/>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2751849970"/>
              </p:ext>
            </p:extLst>
          </p:nvPr>
        </p:nvGraphicFramePr>
        <p:xfrm>
          <a:off x="457200" y="1219200"/>
          <a:ext cx="8153400" cy="4903642"/>
        </p:xfrm>
        <a:graphic>
          <a:graphicData uri="http://schemas.openxmlformats.org/drawingml/2006/table">
            <a:tbl>
              <a:tblPr firstRow="1" bandRow="1">
                <a:tableStyleId>{3C2FFA5D-87B4-456A-9821-1D502468CF0F}</a:tableStyleId>
              </a:tblPr>
              <a:tblGrid>
                <a:gridCol w="2717800"/>
                <a:gridCol w="2717800"/>
                <a:gridCol w="2717800"/>
              </a:tblGrid>
              <a:tr h="656167">
                <a:tc>
                  <a:txBody>
                    <a:bodyPr/>
                    <a:lstStyle/>
                    <a:p>
                      <a:pPr marL="24130" algn="ctr">
                        <a:lnSpc>
                          <a:spcPct val="107000"/>
                        </a:lnSpc>
                        <a:spcBef>
                          <a:spcPts val="190"/>
                        </a:spcBef>
                        <a:spcAft>
                          <a:spcPts val="0"/>
                        </a:spcAft>
                      </a:pPr>
                      <a:r>
                        <a:rPr lang="en-US" sz="2600" u="none" strike="noStrike" kern="100" dirty="0" smtClean="0">
                          <a:effectLst/>
                          <a:uFill>
                            <a:solidFill>
                              <a:srgbClr val="000000"/>
                            </a:solidFill>
                          </a:uFill>
                          <a:latin typeface="Times New Roman" pitchFamily="18" charset="0"/>
                          <a:cs typeface="Times New Roman" pitchFamily="18" charset="0"/>
                        </a:rPr>
                        <a:t>Course Name</a:t>
                      </a:r>
                      <a:endParaRPr lang="en-IN" sz="26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marL="24130" algn="ctr">
                        <a:lnSpc>
                          <a:spcPct val="107000"/>
                        </a:lnSpc>
                        <a:spcBef>
                          <a:spcPts val="190"/>
                        </a:spcBef>
                        <a:spcAft>
                          <a:spcPts val="0"/>
                        </a:spcAft>
                      </a:pPr>
                      <a:r>
                        <a:rPr lang="en-US" sz="2600" u="none" kern="100" dirty="0" smtClean="0">
                          <a:effectLst/>
                          <a:uFill>
                            <a:solidFill>
                              <a:srgbClr val="000000"/>
                            </a:solidFill>
                          </a:uFill>
                          <a:latin typeface="Times New Roman" pitchFamily="18" charset="0"/>
                          <a:cs typeface="Times New Roman" pitchFamily="18" charset="0"/>
                        </a:rPr>
                        <a:t>Specialization(s)</a:t>
                      </a:r>
                      <a:endParaRPr lang="en-IN" sz="2600" u="none"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marL="24130" algn="ctr">
                        <a:lnSpc>
                          <a:spcPct val="107000"/>
                        </a:lnSpc>
                        <a:spcBef>
                          <a:spcPts val="190"/>
                        </a:spcBef>
                        <a:spcAft>
                          <a:spcPts val="0"/>
                        </a:spcAft>
                      </a:pPr>
                      <a:r>
                        <a:rPr lang="en-US" sz="2600" u="none" strike="noStrike" kern="100" dirty="0" smtClean="0">
                          <a:effectLst/>
                          <a:uFill>
                            <a:solidFill>
                              <a:srgbClr val="000000"/>
                            </a:solidFill>
                          </a:uFill>
                          <a:latin typeface="Times New Roman" pitchFamily="18" charset="0"/>
                          <a:cs typeface="Times New Roman" pitchFamily="18" charset="0"/>
                        </a:rPr>
                        <a:t>Web Link</a:t>
                      </a:r>
                      <a:endParaRPr lang="en-IN" sz="26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r>
              <a:tr h="656167">
                <a:tc>
                  <a:txBody>
                    <a:bodyPr/>
                    <a:lstStyle/>
                    <a:p>
                      <a:pPr marL="24130">
                        <a:lnSpc>
                          <a:spcPct val="107000"/>
                        </a:lnSpc>
                        <a:spcBef>
                          <a:spcPts val="170"/>
                        </a:spcBef>
                        <a:spcAft>
                          <a:spcPts val="0"/>
                        </a:spcAft>
                      </a:pPr>
                      <a:r>
                        <a:rPr lang="en-US" sz="1400" u="none" strike="noStrike" kern="100" dirty="0">
                          <a:effectLst/>
                          <a:uFill>
                            <a:solidFill>
                              <a:srgbClr val="000000"/>
                            </a:solidFill>
                          </a:uFill>
                          <a:latin typeface="Times New Roman" pitchFamily="18" charset="0"/>
                          <a:cs typeface="Times New Roman" pitchFamily="18" charset="0"/>
                        </a:rPr>
                        <a:t>The Bits and Bytes of Computer Networking</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a:lnSpc>
                          <a:spcPct val="107000"/>
                        </a:lnSpc>
                        <a:spcAft>
                          <a:spcPts val="800"/>
                        </a:spcAft>
                      </a:pPr>
                      <a:r>
                        <a:rPr lang="en-US" sz="1400" kern="100" dirty="0" smtClean="0">
                          <a:effectLst/>
                          <a:latin typeface="Times New Roman" pitchFamily="18" charset="0"/>
                          <a:cs typeface="Times New Roman" pitchFamily="18" charset="0"/>
                        </a:rPr>
                        <a:t>NA</a:t>
                      </a:r>
                      <a:endParaRPr lang="en-IN" sz="1400" kern="100" dirty="0">
                        <a:effectLst/>
                        <a:latin typeface="Times New Roman" pitchFamily="18" charset="0"/>
                        <a:ea typeface="Calibri"/>
                        <a:cs typeface="Times New Roman" pitchFamily="18" charset="0"/>
                      </a:endParaRPr>
                    </a:p>
                  </a:txBody>
                  <a:tcPr marL="0" marR="0" marT="0" marB="0"/>
                </a:tc>
                <a:tc>
                  <a:txBody>
                    <a:bodyPr/>
                    <a:lstStyle/>
                    <a:p>
                      <a:pPr>
                        <a:lnSpc>
                          <a:spcPct val="107000"/>
                        </a:lnSpc>
                        <a:spcAft>
                          <a:spcPts val="800"/>
                        </a:spcAft>
                      </a:pPr>
                      <a:r>
                        <a:rPr lang="en-US" sz="1400" u="sng" kern="100" dirty="0">
                          <a:effectLst/>
                          <a:latin typeface="Times New Roman" pitchFamily="18" charset="0"/>
                          <a:cs typeface="Times New Roman" pitchFamily="18" charset="0"/>
                          <a:hlinkClick r:id="rId3"/>
                        </a:rPr>
                        <a:t>https://www.coursera.org/learn/computer-networking</a:t>
                      </a:r>
                      <a:r>
                        <a:rPr lang="en-US" sz="1400" kern="100" dirty="0">
                          <a:effectLst/>
                          <a:latin typeface="Times New Roman" pitchFamily="18" charset="0"/>
                          <a:cs typeface="Times New Roman" pitchFamily="18" charset="0"/>
                        </a:rPr>
                        <a:t> </a:t>
                      </a:r>
                      <a:endParaRPr lang="en-IN" sz="1400" kern="100" dirty="0">
                        <a:effectLst/>
                        <a:latin typeface="Times New Roman" pitchFamily="18" charset="0"/>
                        <a:ea typeface="Calibri"/>
                        <a:cs typeface="Times New Roman" pitchFamily="18" charset="0"/>
                      </a:endParaRPr>
                    </a:p>
                  </a:txBody>
                  <a:tcPr marL="0" marR="0" marT="0" marB="0"/>
                </a:tc>
              </a:tr>
              <a:tr h="656167">
                <a:tc rowSpan="4">
                  <a:txBody>
                    <a:bodyPr/>
                    <a:lstStyle/>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endParaRPr lang="en-IN" sz="1400" dirty="0" smtClean="0">
                        <a:latin typeface="Times New Roman" pitchFamily="18" charset="0"/>
                        <a:cs typeface="Times New Roman" pitchFamily="18" charset="0"/>
                      </a:endParaRPr>
                    </a:p>
                    <a:p>
                      <a:r>
                        <a:rPr lang="en-IN" sz="1400" dirty="0" smtClean="0">
                          <a:latin typeface="Times New Roman" pitchFamily="18" charset="0"/>
                          <a:cs typeface="Times New Roman" pitchFamily="18" charset="0"/>
                        </a:rPr>
                        <a:t>Computer Communications Specialization</a:t>
                      </a:r>
                      <a:endParaRPr lang="en-IN" sz="1400" dirty="0">
                        <a:latin typeface="Times New Roman" pitchFamily="18" charset="0"/>
                        <a:cs typeface="Times New Roman" pitchFamily="18" charset="0"/>
                      </a:endParaRPr>
                    </a:p>
                  </a:txBody>
                  <a:tcPr marL="0" marR="0" marT="0" marB="0"/>
                </a:tc>
                <a:tc>
                  <a:txBody>
                    <a:bodyPr/>
                    <a:lstStyle/>
                    <a:p>
                      <a:pPr marL="24130">
                        <a:lnSpc>
                          <a:spcPct val="107000"/>
                        </a:lnSpc>
                        <a:spcBef>
                          <a:spcPts val="170"/>
                        </a:spcBef>
                        <a:spcAft>
                          <a:spcPts val="0"/>
                        </a:spcAft>
                      </a:pPr>
                      <a:r>
                        <a:rPr lang="en-US" sz="1400" u="none" strike="noStrike" kern="100" dirty="0">
                          <a:effectLst/>
                          <a:uFill>
                            <a:solidFill>
                              <a:srgbClr val="000000"/>
                            </a:solidFill>
                          </a:uFill>
                          <a:latin typeface="Times New Roman" pitchFamily="18" charset="0"/>
                          <a:cs typeface="Times New Roman" pitchFamily="18" charset="0"/>
                        </a:rPr>
                        <a:t>Fundamentals of Network Communication</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marL="24130">
                        <a:lnSpc>
                          <a:spcPct val="107000"/>
                        </a:lnSpc>
                        <a:spcBef>
                          <a:spcPts val="170"/>
                        </a:spcBef>
                        <a:spcAft>
                          <a:spcPts val="0"/>
                        </a:spcAft>
                      </a:pPr>
                      <a:r>
                        <a:rPr lang="en-US" sz="1400" u="sng" kern="100" dirty="0">
                          <a:effectLst/>
                          <a:uFill>
                            <a:solidFill>
                              <a:srgbClr val="000000"/>
                            </a:solidFill>
                          </a:uFill>
                          <a:latin typeface="Times New Roman" pitchFamily="18" charset="0"/>
                          <a:cs typeface="Times New Roman" pitchFamily="18" charset="0"/>
                          <a:hlinkClick r:id="rId4"/>
                        </a:rPr>
                        <a:t>https://www.coursera.org/learn/fundamentals-network-communications?specialization=computer-communications</a:t>
                      </a:r>
                      <a:r>
                        <a:rPr lang="en-US" sz="1400" u="sng" kern="100" dirty="0">
                          <a:effectLst/>
                          <a:uFill>
                            <a:solidFill>
                              <a:srgbClr val="000000"/>
                            </a:solidFill>
                          </a:uFill>
                          <a:latin typeface="Times New Roman" pitchFamily="18" charset="0"/>
                          <a:cs typeface="Times New Roman" pitchFamily="18" charset="0"/>
                        </a:rPr>
                        <a:t> </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r>
              <a:tr h="656167">
                <a:tc vMerge="1">
                  <a:txBody>
                    <a:bodyPr/>
                    <a:lstStyle/>
                    <a:p>
                      <a:endParaRPr lang="en-IN" dirty="0"/>
                    </a:p>
                  </a:txBody>
                  <a:tcPr marL="0" marR="0" marT="0" marB="0"/>
                </a:tc>
                <a:tc>
                  <a:txBody>
                    <a:bodyPr/>
                    <a:lstStyle/>
                    <a:p>
                      <a:pPr marL="24130">
                        <a:lnSpc>
                          <a:spcPct val="107000"/>
                        </a:lnSpc>
                        <a:spcBef>
                          <a:spcPts val="180"/>
                        </a:spcBef>
                        <a:spcAft>
                          <a:spcPts val="0"/>
                        </a:spcAft>
                      </a:pPr>
                      <a:r>
                        <a:rPr lang="en-US" sz="1400" u="none" strike="noStrike" kern="100" dirty="0">
                          <a:effectLst/>
                          <a:uFill>
                            <a:solidFill>
                              <a:srgbClr val="000000"/>
                            </a:solidFill>
                          </a:uFill>
                          <a:latin typeface="Times New Roman" pitchFamily="18" charset="0"/>
                          <a:cs typeface="Times New Roman" pitchFamily="18" charset="0"/>
                        </a:rPr>
                        <a:t>Peer-to-Peer Protocols and Local Area Networks</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a:lnSpc>
                          <a:spcPct val="107000"/>
                        </a:lnSpc>
                        <a:spcAft>
                          <a:spcPts val="800"/>
                        </a:spcAft>
                      </a:pPr>
                      <a:r>
                        <a:rPr lang="en-US" sz="1400" u="sng" kern="100" dirty="0">
                          <a:effectLst/>
                          <a:latin typeface="Times New Roman" pitchFamily="18" charset="0"/>
                          <a:cs typeface="Times New Roman" pitchFamily="18" charset="0"/>
                          <a:hlinkClick r:id="rId5"/>
                        </a:rPr>
                        <a:t>https://www.coursera.org/learn/peer-to-peer-protocols-local-area-networks?specialization=computer-communications</a:t>
                      </a:r>
                      <a:r>
                        <a:rPr lang="en-US" sz="1400" kern="100" dirty="0">
                          <a:effectLst/>
                          <a:latin typeface="Times New Roman" pitchFamily="18" charset="0"/>
                          <a:cs typeface="Times New Roman" pitchFamily="18" charset="0"/>
                        </a:rPr>
                        <a:t> </a:t>
                      </a:r>
                      <a:endParaRPr lang="en-IN" sz="1400" kern="100" dirty="0">
                        <a:effectLst/>
                        <a:latin typeface="Times New Roman" pitchFamily="18" charset="0"/>
                        <a:ea typeface="Calibri"/>
                        <a:cs typeface="Times New Roman" pitchFamily="18" charset="0"/>
                      </a:endParaRPr>
                    </a:p>
                  </a:txBody>
                  <a:tcPr marL="0" marR="0" marT="0" marB="0"/>
                </a:tc>
              </a:tr>
              <a:tr h="656167">
                <a:tc vMerge="1">
                  <a:txBody>
                    <a:bodyPr/>
                    <a:lstStyle/>
                    <a:p>
                      <a:endParaRPr lang="en-IN" dirty="0"/>
                    </a:p>
                  </a:txBody>
                  <a:tcPr marL="0" marR="0" marT="0" marB="0"/>
                </a:tc>
                <a:tc>
                  <a:txBody>
                    <a:bodyPr/>
                    <a:lstStyle/>
                    <a:p>
                      <a:pPr marL="24130">
                        <a:lnSpc>
                          <a:spcPct val="107000"/>
                        </a:lnSpc>
                        <a:spcBef>
                          <a:spcPts val="170"/>
                        </a:spcBef>
                        <a:spcAft>
                          <a:spcPts val="0"/>
                        </a:spcAft>
                      </a:pPr>
                      <a:r>
                        <a:rPr lang="en-US" sz="1400" u="none" strike="noStrike" kern="100" dirty="0">
                          <a:effectLst/>
                          <a:uFill>
                            <a:solidFill>
                              <a:srgbClr val="000000"/>
                            </a:solidFill>
                          </a:uFill>
                          <a:latin typeface="Times New Roman" pitchFamily="18" charset="0"/>
                          <a:cs typeface="Times New Roman" pitchFamily="18" charset="0"/>
                        </a:rPr>
                        <a:t>Packet Switching Networks and Algorithms</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marL="24130">
                        <a:lnSpc>
                          <a:spcPct val="107000"/>
                        </a:lnSpc>
                        <a:spcBef>
                          <a:spcPts val="170"/>
                        </a:spcBef>
                        <a:spcAft>
                          <a:spcPts val="0"/>
                        </a:spcAft>
                      </a:pPr>
                      <a:r>
                        <a:rPr lang="en-US" sz="1400" u="sng" kern="100" dirty="0">
                          <a:effectLst/>
                          <a:uFill>
                            <a:solidFill>
                              <a:srgbClr val="000000"/>
                            </a:solidFill>
                          </a:uFill>
                          <a:latin typeface="Times New Roman" pitchFamily="18" charset="0"/>
                          <a:cs typeface="Times New Roman" pitchFamily="18" charset="0"/>
                          <a:hlinkClick r:id="rId6"/>
                        </a:rPr>
                        <a:t>https://www.coursera.org/learn/packet-switching-networks-algorithms?specialization=computer-communications</a:t>
                      </a:r>
                      <a:r>
                        <a:rPr lang="en-US" sz="1400" u="sng" kern="100" dirty="0">
                          <a:effectLst/>
                          <a:uFill>
                            <a:solidFill>
                              <a:srgbClr val="000000"/>
                            </a:solidFill>
                          </a:uFill>
                          <a:latin typeface="Times New Roman" pitchFamily="18" charset="0"/>
                          <a:cs typeface="Times New Roman" pitchFamily="18" charset="0"/>
                        </a:rPr>
                        <a:t> </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r>
              <a:tr h="656167">
                <a:tc vMerge="1">
                  <a:txBody>
                    <a:bodyPr/>
                    <a:lstStyle/>
                    <a:p>
                      <a:endParaRPr lang="en-IN" dirty="0"/>
                    </a:p>
                  </a:txBody>
                  <a:tcPr marL="0" marR="0" marT="0" marB="0"/>
                </a:tc>
                <a:tc>
                  <a:txBody>
                    <a:bodyPr/>
                    <a:lstStyle/>
                    <a:p>
                      <a:pPr marL="24130">
                        <a:lnSpc>
                          <a:spcPct val="107000"/>
                        </a:lnSpc>
                        <a:spcBef>
                          <a:spcPts val="170"/>
                        </a:spcBef>
                        <a:spcAft>
                          <a:spcPts val="0"/>
                        </a:spcAft>
                      </a:pPr>
                      <a:r>
                        <a:rPr lang="en-US" sz="1400" u="none" strike="noStrike" kern="100" dirty="0">
                          <a:effectLst/>
                          <a:uFill>
                            <a:solidFill>
                              <a:srgbClr val="000000"/>
                            </a:solidFill>
                          </a:uFill>
                          <a:latin typeface="Times New Roman" pitchFamily="18" charset="0"/>
                          <a:cs typeface="Times New Roman" pitchFamily="18" charset="0"/>
                        </a:rPr>
                        <a:t>TCP/IP and Advanced Topics</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c>
                  <a:txBody>
                    <a:bodyPr/>
                    <a:lstStyle/>
                    <a:p>
                      <a:pPr marL="24130">
                        <a:lnSpc>
                          <a:spcPct val="107000"/>
                        </a:lnSpc>
                        <a:spcBef>
                          <a:spcPts val="170"/>
                        </a:spcBef>
                        <a:spcAft>
                          <a:spcPts val="0"/>
                        </a:spcAft>
                      </a:pPr>
                      <a:r>
                        <a:rPr lang="en-US" sz="1400" u="sng" kern="100" dirty="0">
                          <a:effectLst/>
                          <a:uFill>
                            <a:solidFill>
                              <a:srgbClr val="000000"/>
                            </a:solidFill>
                          </a:uFill>
                          <a:latin typeface="Times New Roman" pitchFamily="18" charset="0"/>
                          <a:cs typeface="Times New Roman" pitchFamily="18" charset="0"/>
                          <a:hlinkClick r:id="rId7"/>
                        </a:rPr>
                        <a:t>https://www.coursera.org/learn/tcp-ip-advanced?specialization=computer-communications</a:t>
                      </a:r>
                      <a:r>
                        <a:rPr lang="en-US" sz="1400" u="sng" kern="100" dirty="0">
                          <a:effectLst/>
                          <a:uFill>
                            <a:solidFill>
                              <a:srgbClr val="000000"/>
                            </a:solidFill>
                          </a:uFill>
                          <a:latin typeface="Times New Roman" pitchFamily="18" charset="0"/>
                          <a:cs typeface="Times New Roman" pitchFamily="18" charset="0"/>
                        </a:rPr>
                        <a:t> </a:t>
                      </a:r>
                      <a:endParaRPr lang="en-IN" sz="1400" u="sng" kern="100" dirty="0">
                        <a:effectLst/>
                        <a:uFill>
                          <a:solidFill>
                            <a:srgbClr val="000000"/>
                          </a:solidFill>
                        </a:uFill>
                        <a:latin typeface="Times New Roman" pitchFamily="18" charset="0"/>
                        <a:ea typeface="Times New Roman"/>
                        <a:cs typeface="Times New Roman" pitchFamily="18" charset="0"/>
                      </a:endParaRPr>
                    </a:p>
                  </a:txBody>
                  <a:tcPr marL="0" marR="0" marT="0" marB="0"/>
                </a:tc>
              </a:tr>
            </a:tbl>
          </a:graphicData>
        </a:graphic>
      </p:graphicFrame>
    </p:spTree>
    <p:extLst>
      <p:ext uri="{BB962C8B-B14F-4D97-AF65-F5344CB8AC3E}">
        <p14:creationId xmlns:p14="http://schemas.microsoft.com/office/powerpoint/2010/main" val="18588416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644" y="258902"/>
            <a:ext cx="6855156" cy="615553"/>
          </a:xfrm>
        </p:spPr>
        <p:txBody>
          <a:bodyPr/>
          <a:lstStyle/>
          <a:p>
            <a:pPr algn="ctr"/>
            <a:r>
              <a:rPr lang="en-US" sz="4000" b="1" dirty="0" smtClean="0">
                <a:latin typeface="Times New Roman" pitchFamily="18" charset="0"/>
                <a:cs typeface="Times New Roman" pitchFamily="18" charset="0"/>
              </a:rPr>
              <a:t>Course Wise Weightage</a:t>
            </a:r>
            <a:endParaRPr lang="en-IN" sz="40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90600"/>
            <a:ext cx="83058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09600" y="5070901"/>
            <a:ext cx="7543800" cy="830997"/>
          </a:xfrm>
          <a:prstGeom prst="rect">
            <a:avLst/>
          </a:prstGeom>
          <a:noFill/>
        </p:spPr>
        <p:txBody>
          <a:bodyPr wrap="square" rtlCol="0">
            <a:spAutoFit/>
          </a:bodyPr>
          <a:lstStyle/>
          <a:p>
            <a:r>
              <a:rPr lang="en-US" sz="2400" b="1" i="1" dirty="0" smtClean="0">
                <a:solidFill>
                  <a:srgbClr val="FF0000"/>
                </a:solidFill>
              </a:rPr>
              <a:t>Note:- CA marks will be prorated based on the completion </a:t>
            </a:r>
            <a:r>
              <a:rPr lang="en-US" sz="2400" b="1" i="1" dirty="0">
                <a:solidFill>
                  <a:srgbClr val="FF0000"/>
                </a:solidFill>
              </a:rPr>
              <a:t>percentage </a:t>
            </a:r>
            <a:r>
              <a:rPr lang="en-US" sz="2400" b="1" i="1" dirty="0" smtClean="0">
                <a:solidFill>
                  <a:srgbClr val="FF0000"/>
                </a:solidFill>
              </a:rPr>
              <a:t>of each course. </a:t>
            </a:r>
            <a:endParaRPr lang="en-IN" sz="2400" b="1" i="1" dirty="0">
              <a:solidFill>
                <a:srgbClr val="FF0000"/>
              </a:solidFill>
            </a:endParaRPr>
          </a:p>
        </p:txBody>
      </p:sp>
    </p:spTree>
    <p:extLst>
      <p:ext uri="{BB962C8B-B14F-4D97-AF65-F5344CB8AC3E}">
        <p14:creationId xmlns:p14="http://schemas.microsoft.com/office/powerpoint/2010/main" val="17129690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563956"/>
            <a:ext cx="6845934" cy="757555"/>
          </a:xfrm>
          <a:prstGeom prst="rect">
            <a:avLst/>
          </a:prstGeom>
        </p:spPr>
        <p:txBody>
          <a:bodyPr vert="horz" wrap="square" lIns="0" tIns="12700" rIns="0" bIns="0" rtlCol="0">
            <a:spAutoFit/>
          </a:bodyPr>
          <a:lstStyle/>
          <a:p>
            <a:pPr marL="12700">
              <a:lnSpc>
                <a:spcPct val="100000"/>
              </a:lnSpc>
              <a:spcBef>
                <a:spcPts val="100"/>
              </a:spcBef>
            </a:pPr>
            <a:r>
              <a:rPr spc="-5" dirty="0"/>
              <a:t>Course</a:t>
            </a:r>
            <a:r>
              <a:rPr spc="-35" dirty="0"/>
              <a:t> </a:t>
            </a:r>
            <a:r>
              <a:rPr spc="-50" dirty="0"/>
              <a:t>Assessment</a:t>
            </a:r>
            <a:r>
              <a:rPr spc="-30" dirty="0"/>
              <a:t> </a:t>
            </a:r>
            <a:r>
              <a:rPr spc="-20" dirty="0"/>
              <a:t>Model</a:t>
            </a:r>
          </a:p>
        </p:txBody>
      </p:sp>
      <p:sp>
        <p:nvSpPr>
          <p:cNvPr id="3" name="object 3"/>
          <p:cNvSpPr txBox="1"/>
          <p:nvPr/>
        </p:nvSpPr>
        <p:spPr>
          <a:xfrm>
            <a:off x="536244" y="1349501"/>
            <a:ext cx="5227320" cy="2999740"/>
          </a:xfrm>
          <a:prstGeom prst="rect">
            <a:avLst/>
          </a:prstGeom>
        </p:spPr>
        <p:txBody>
          <a:bodyPr vert="horz" wrap="square" lIns="0" tIns="13335" rIns="0" bIns="0" rtlCol="0">
            <a:spAutoFit/>
          </a:bodyPr>
          <a:lstStyle/>
          <a:p>
            <a:pPr marL="287020" indent="-274320">
              <a:lnSpc>
                <a:spcPts val="3975"/>
              </a:lnSpc>
              <a:spcBef>
                <a:spcPts val="105"/>
              </a:spcBef>
              <a:buClr>
                <a:srgbClr val="D24717"/>
              </a:buClr>
              <a:buSzPct val="83823"/>
              <a:buFont typeface="Segoe UI Symbol"/>
              <a:buChar char="⚫"/>
              <a:tabLst>
                <a:tab pos="287020" algn="l"/>
              </a:tabLst>
            </a:pPr>
            <a:r>
              <a:rPr sz="3400" b="1" spc="-150" dirty="0">
                <a:solidFill>
                  <a:srgbClr val="001F5F"/>
                </a:solidFill>
                <a:latin typeface="Times New Roman"/>
                <a:cs typeface="Times New Roman"/>
              </a:rPr>
              <a:t>Ma</a:t>
            </a:r>
            <a:r>
              <a:rPr sz="3400" b="1" spc="-85" dirty="0">
                <a:solidFill>
                  <a:srgbClr val="001F5F"/>
                </a:solidFill>
                <a:latin typeface="Times New Roman"/>
                <a:cs typeface="Times New Roman"/>
              </a:rPr>
              <a:t>r</a:t>
            </a:r>
            <a:r>
              <a:rPr sz="3400" b="1" spc="-30" dirty="0">
                <a:solidFill>
                  <a:srgbClr val="001F5F"/>
                </a:solidFill>
                <a:latin typeface="Times New Roman"/>
                <a:cs typeface="Times New Roman"/>
              </a:rPr>
              <a:t>ks</a:t>
            </a:r>
            <a:r>
              <a:rPr sz="3400" b="1" spc="-125" dirty="0">
                <a:solidFill>
                  <a:srgbClr val="001F5F"/>
                </a:solidFill>
                <a:latin typeface="Times New Roman"/>
                <a:cs typeface="Times New Roman"/>
              </a:rPr>
              <a:t> </a:t>
            </a:r>
            <a:r>
              <a:rPr sz="3400" b="1" spc="-35" dirty="0">
                <a:solidFill>
                  <a:srgbClr val="001F5F"/>
                </a:solidFill>
                <a:latin typeface="Times New Roman"/>
                <a:cs typeface="Times New Roman"/>
              </a:rPr>
              <a:t>break</a:t>
            </a:r>
            <a:r>
              <a:rPr sz="3400" b="1" spc="-120" dirty="0">
                <a:solidFill>
                  <a:srgbClr val="001F5F"/>
                </a:solidFill>
                <a:latin typeface="Times New Roman"/>
                <a:cs typeface="Times New Roman"/>
              </a:rPr>
              <a:t> </a:t>
            </a:r>
            <a:r>
              <a:rPr sz="3400" b="1" spc="40" dirty="0">
                <a:solidFill>
                  <a:srgbClr val="001F5F"/>
                </a:solidFill>
                <a:latin typeface="Times New Roman"/>
                <a:cs typeface="Times New Roman"/>
              </a:rPr>
              <a:t>up*</a:t>
            </a:r>
            <a:endParaRPr sz="3400">
              <a:latin typeface="Times New Roman"/>
              <a:cs typeface="Times New Roman"/>
            </a:endParaRPr>
          </a:p>
          <a:p>
            <a:pPr marL="287020" indent="-274320">
              <a:lnSpc>
                <a:spcPts val="3865"/>
              </a:lnSpc>
              <a:buClr>
                <a:srgbClr val="D24717"/>
              </a:buClr>
              <a:buSzPct val="83823"/>
              <a:buFont typeface="Segoe UI Symbol"/>
              <a:buChar char="⚫"/>
              <a:tabLst>
                <a:tab pos="287020" algn="l"/>
              </a:tabLst>
            </a:pPr>
            <a:r>
              <a:rPr sz="3400" spc="-155" dirty="0">
                <a:solidFill>
                  <a:srgbClr val="C00000"/>
                </a:solidFill>
                <a:latin typeface="Times New Roman"/>
                <a:cs typeface="Times New Roman"/>
              </a:rPr>
              <a:t>Attendance</a:t>
            </a:r>
            <a:endParaRPr sz="3400">
              <a:latin typeface="Times New Roman"/>
              <a:cs typeface="Times New Roman"/>
            </a:endParaRPr>
          </a:p>
          <a:p>
            <a:pPr marL="287020" indent="-274320">
              <a:lnSpc>
                <a:spcPts val="3865"/>
              </a:lnSpc>
              <a:buClr>
                <a:srgbClr val="D24717"/>
              </a:buClr>
              <a:buSzPct val="83823"/>
              <a:buFont typeface="Segoe UI Symbol"/>
              <a:buChar char="⚫"/>
              <a:tabLst>
                <a:tab pos="287020" algn="l"/>
              </a:tabLst>
            </a:pPr>
            <a:r>
              <a:rPr sz="3400" spc="-305" dirty="0">
                <a:solidFill>
                  <a:srgbClr val="C00000"/>
                </a:solidFill>
                <a:latin typeface="Times New Roman"/>
                <a:cs typeface="Times New Roman"/>
              </a:rPr>
              <a:t>C</a:t>
            </a:r>
            <a:r>
              <a:rPr sz="3400" spc="-315" dirty="0">
                <a:solidFill>
                  <a:srgbClr val="C00000"/>
                </a:solidFill>
                <a:latin typeface="Times New Roman"/>
                <a:cs typeface="Times New Roman"/>
              </a:rPr>
              <a:t>A</a:t>
            </a:r>
            <a:r>
              <a:rPr sz="3400" spc="-90" dirty="0">
                <a:solidFill>
                  <a:srgbClr val="C00000"/>
                </a:solidFill>
                <a:latin typeface="Times New Roman"/>
                <a:cs typeface="Times New Roman"/>
              </a:rPr>
              <a:t> </a:t>
            </a:r>
            <a:r>
              <a:rPr sz="3300" spc="-65" dirty="0">
                <a:solidFill>
                  <a:srgbClr val="C00000"/>
                </a:solidFill>
                <a:latin typeface="Times New Roman"/>
                <a:cs typeface="Times New Roman"/>
              </a:rPr>
              <a:t>(</a:t>
            </a:r>
            <a:r>
              <a:rPr sz="3300" spc="-484" dirty="0">
                <a:solidFill>
                  <a:srgbClr val="C00000"/>
                </a:solidFill>
                <a:latin typeface="Times New Roman"/>
                <a:cs typeface="Times New Roman"/>
              </a:rPr>
              <a:t>T</a:t>
            </a:r>
            <a:r>
              <a:rPr sz="3300" spc="-300" dirty="0">
                <a:solidFill>
                  <a:srgbClr val="C00000"/>
                </a:solidFill>
                <a:latin typeface="Times New Roman"/>
                <a:cs typeface="Times New Roman"/>
              </a:rPr>
              <a:t>w</a:t>
            </a:r>
            <a:r>
              <a:rPr sz="3300" spc="-135" dirty="0">
                <a:solidFill>
                  <a:srgbClr val="C00000"/>
                </a:solidFill>
                <a:latin typeface="Times New Roman"/>
                <a:cs typeface="Times New Roman"/>
              </a:rPr>
              <a:t>o</a:t>
            </a:r>
            <a:r>
              <a:rPr sz="3300" spc="-80" dirty="0">
                <a:solidFill>
                  <a:srgbClr val="C00000"/>
                </a:solidFill>
                <a:latin typeface="Times New Roman"/>
                <a:cs typeface="Times New Roman"/>
              </a:rPr>
              <a:t> </a:t>
            </a:r>
            <a:r>
              <a:rPr sz="3300" spc="-190" dirty="0">
                <a:solidFill>
                  <a:srgbClr val="C00000"/>
                </a:solidFill>
                <a:latin typeface="Times New Roman"/>
                <a:cs typeface="Times New Roman"/>
              </a:rPr>
              <a:t>be</a:t>
            </a:r>
            <a:r>
              <a:rPr sz="3300" spc="-175" dirty="0">
                <a:solidFill>
                  <a:srgbClr val="C00000"/>
                </a:solidFill>
                <a:latin typeface="Times New Roman"/>
                <a:cs typeface="Times New Roman"/>
              </a:rPr>
              <a:t>s</a:t>
            </a:r>
            <a:r>
              <a:rPr sz="3300" spc="50" dirty="0">
                <a:solidFill>
                  <a:srgbClr val="C00000"/>
                </a:solidFill>
                <a:latin typeface="Times New Roman"/>
                <a:cs typeface="Times New Roman"/>
              </a:rPr>
              <a:t>t</a:t>
            </a:r>
            <a:r>
              <a:rPr sz="3300" spc="-114" dirty="0">
                <a:solidFill>
                  <a:srgbClr val="C00000"/>
                </a:solidFill>
                <a:latin typeface="Times New Roman"/>
                <a:cs typeface="Times New Roman"/>
              </a:rPr>
              <a:t> </a:t>
            </a:r>
            <a:r>
              <a:rPr sz="3300" spc="-135" dirty="0">
                <a:solidFill>
                  <a:srgbClr val="C00000"/>
                </a:solidFill>
                <a:latin typeface="Times New Roman"/>
                <a:cs typeface="Times New Roman"/>
              </a:rPr>
              <a:t>o</a:t>
            </a:r>
            <a:r>
              <a:rPr sz="3300" spc="-150" dirty="0">
                <a:solidFill>
                  <a:srgbClr val="C00000"/>
                </a:solidFill>
                <a:latin typeface="Times New Roman"/>
                <a:cs typeface="Times New Roman"/>
              </a:rPr>
              <a:t>u</a:t>
            </a:r>
            <a:r>
              <a:rPr sz="3300" spc="50" dirty="0">
                <a:solidFill>
                  <a:srgbClr val="C00000"/>
                </a:solidFill>
                <a:latin typeface="Times New Roman"/>
                <a:cs typeface="Times New Roman"/>
              </a:rPr>
              <a:t>t</a:t>
            </a:r>
            <a:r>
              <a:rPr sz="3300" spc="-80" dirty="0">
                <a:solidFill>
                  <a:srgbClr val="C00000"/>
                </a:solidFill>
                <a:latin typeface="Times New Roman"/>
                <a:cs typeface="Times New Roman"/>
              </a:rPr>
              <a:t> </a:t>
            </a:r>
            <a:r>
              <a:rPr sz="3300" spc="-155" dirty="0">
                <a:solidFill>
                  <a:srgbClr val="C00000"/>
                </a:solidFill>
                <a:latin typeface="Times New Roman"/>
                <a:cs typeface="Times New Roman"/>
              </a:rPr>
              <a:t>o</a:t>
            </a:r>
            <a:r>
              <a:rPr sz="3300" spc="-240" dirty="0">
                <a:solidFill>
                  <a:srgbClr val="C00000"/>
                </a:solidFill>
                <a:latin typeface="Times New Roman"/>
                <a:cs typeface="Times New Roman"/>
              </a:rPr>
              <a:t>f</a:t>
            </a:r>
            <a:r>
              <a:rPr sz="3300" spc="-80" dirty="0">
                <a:solidFill>
                  <a:srgbClr val="C00000"/>
                </a:solidFill>
                <a:latin typeface="Times New Roman"/>
                <a:cs typeface="Times New Roman"/>
              </a:rPr>
              <a:t> </a:t>
            </a:r>
            <a:r>
              <a:rPr sz="3300" spc="-55" dirty="0">
                <a:solidFill>
                  <a:srgbClr val="C00000"/>
                </a:solidFill>
                <a:latin typeface="Times New Roman"/>
                <a:cs typeface="Times New Roman"/>
              </a:rPr>
              <a:t>t</a:t>
            </a:r>
            <a:r>
              <a:rPr sz="3300" spc="-114" dirty="0">
                <a:solidFill>
                  <a:srgbClr val="C00000"/>
                </a:solidFill>
                <a:latin typeface="Times New Roman"/>
                <a:cs typeface="Times New Roman"/>
              </a:rPr>
              <a:t>h</a:t>
            </a:r>
            <a:r>
              <a:rPr sz="3300" spc="25" dirty="0">
                <a:solidFill>
                  <a:srgbClr val="C00000"/>
                </a:solidFill>
                <a:latin typeface="Times New Roman"/>
                <a:cs typeface="Times New Roman"/>
              </a:rPr>
              <a:t>r</a:t>
            </a:r>
            <a:r>
              <a:rPr sz="3300" spc="-120" dirty="0">
                <a:solidFill>
                  <a:srgbClr val="C00000"/>
                </a:solidFill>
                <a:latin typeface="Times New Roman"/>
                <a:cs typeface="Times New Roman"/>
              </a:rPr>
              <a:t>ee</a:t>
            </a:r>
            <a:r>
              <a:rPr sz="3300" spc="-135" dirty="0">
                <a:solidFill>
                  <a:srgbClr val="C00000"/>
                </a:solidFill>
                <a:latin typeface="Times New Roman"/>
                <a:cs typeface="Times New Roman"/>
              </a:rPr>
              <a:t> </a:t>
            </a:r>
            <a:r>
              <a:rPr sz="3300" spc="-80" dirty="0">
                <a:solidFill>
                  <a:srgbClr val="C00000"/>
                </a:solidFill>
                <a:latin typeface="Times New Roman"/>
                <a:cs typeface="Times New Roman"/>
              </a:rPr>
              <a:t>t</a:t>
            </a:r>
            <a:r>
              <a:rPr sz="3300" spc="-145" dirty="0">
                <a:solidFill>
                  <a:srgbClr val="C00000"/>
                </a:solidFill>
                <a:latin typeface="Times New Roman"/>
                <a:cs typeface="Times New Roman"/>
              </a:rPr>
              <a:t>a</a:t>
            </a:r>
            <a:r>
              <a:rPr sz="3300" spc="-195" dirty="0">
                <a:solidFill>
                  <a:srgbClr val="C00000"/>
                </a:solidFill>
                <a:latin typeface="Times New Roman"/>
                <a:cs typeface="Times New Roman"/>
              </a:rPr>
              <a:t>s</a:t>
            </a:r>
            <a:r>
              <a:rPr sz="3300" spc="-275" dirty="0">
                <a:solidFill>
                  <a:srgbClr val="C00000"/>
                </a:solidFill>
                <a:latin typeface="Times New Roman"/>
                <a:cs typeface="Times New Roman"/>
              </a:rPr>
              <a:t>k</a:t>
            </a:r>
            <a:r>
              <a:rPr sz="3300" spc="-155" dirty="0">
                <a:solidFill>
                  <a:srgbClr val="C00000"/>
                </a:solidFill>
                <a:latin typeface="Times New Roman"/>
                <a:cs typeface="Times New Roman"/>
              </a:rPr>
              <a:t>s)</a:t>
            </a:r>
            <a:endParaRPr sz="3300">
              <a:latin typeface="Times New Roman"/>
              <a:cs typeface="Times New Roman"/>
            </a:endParaRPr>
          </a:p>
          <a:p>
            <a:pPr marL="287020" indent="-274320">
              <a:lnSpc>
                <a:spcPts val="3865"/>
              </a:lnSpc>
              <a:buClr>
                <a:srgbClr val="D24717"/>
              </a:buClr>
              <a:buSzPct val="83823"/>
              <a:buFont typeface="Segoe UI Symbol"/>
              <a:buChar char="⚫"/>
              <a:tabLst>
                <a:tab pos="287020" algn="l"/>
              </a:tabLst>
            </a:pPr>
            <a:r>
              <a:rPr sz="3400" spc="-305" dirty="0">
                <a:solidFill>
                  <a:srgbClr val="C00000"/>
                </a:solidFill>
                <a:latin typeface="Times New Roman"/>
                <a:cs typeface="Times New Roman"/>
              </a:rPr>
              <a:t>MTE</a:t>
            </a:r>
            <a:endParaRPr sz="3400">
              <a:latin typeface="Times New Roman"/>
              <a:cs typeface="Times New Roman"/>
            </a:endParaRPr>
          </a:p>
          <a:p>
            <a:pPr marL="287020" indent="-274320">
              <a:lnSpc>
                <a:spcPts val="3865"/>
              </a:lnSpc>
              <a:buClr>
                <a:srgbClr val="D24717"/>
              </a:buClr>
              <a:buSzPct val="83823"/>
              <a:buFont typeface="Segoe UI Symbol"/>
              <a:buChar char="⚫"/>
              <a:tabLst>
                <a:tab pos="287020" algn="l"/>
              </a:tabLst>
            </a:pPr>
            <a:r>
              <a:rPr sz="3400" spc="-280" dirty="0">
                <a:solidFill>
                  <a:srgbClr val="C00000"/>
                </a:solidFill>
                <a:latin typeface="Times New Roman"/>
                <a:cs typeface="Times New Roman"/>
              </a:rPr>
              <a:t>ETE</a:t>
            </a:r>
            <a:endParaRPr sz="3400">
              <a:latin typeface="Times New Roman"/>
              <a:cs typeface="Times New Roman"/>
            </a:endParaRPr>
          </a:p>
          <a:p>
            <a:pPr marL="287020" indent="-274320">
              <a:lnSpc>
                <a:spcPts val="3970"/>
              </a:lnSpc>
              <a:buClr>
                <a:srgbClr val="D24717"/>
              </a:buClr>
              <a:buSzPct val="83823"/>
              <a:buFont typeface="Segoe UI Symbol"/>
              <a:buChar char="⚫"/>
              <a:tabLst>
                <a:tab pos="287020" algn="l"/>
              </a:tabLst>
            </a:pPr>
            <a:r>
              <a:rPr sz="3400" b="1" spc="-110" dirty="0">
                <a:solidFill>
                  <a:srgbClr val="001F5F"/>
                </a:solidFill>
                <a:latin typeface="Times New Roman"/>
                <a:cs typeface="Times New Roman"/>
              </a:rPr>
              <a:t>Total</a:t>
            </a:r>
            <a:endParaRPr sz="3400">
              <a:latin typeface="Times New Roman"/>
              <a:cs typeface="Times New Roman"/>
            </a:endParaRPr>
          </a:p>
        </p:txBody>
      </p:sp>
      <p:sp>
        <p:nvSpPr>
          <p:cNvPr id="4" name="object 4"/>
          <p:cNvSpPr txBox="1"/>
          <p:nvPr/>
        </p:nvSpPr>
        <p:spPr>
          <a:xfrm>
            <a:off x="7853933" y="1840483"/>
            <a:ext cx="619760" cy="2508885"/>
          </a:xfrm>
          <a:prstGeom prst="rect">
            <a:avLst/>
          </a:prstGeom>
        </p:spPr>
        <p:txBody>
          <a:bodyPr vert="horz" wrap="square" lIns="0" tIns="13335" rIns="0" bIns="0" rtlCol="0">
            <a:spAutoFit/>
          </a:bodyPr>
          <a:lstStyle/>
          <a:p>
            <a:pPr marL="12700">
              <a:lnSpc>
                <a:spcPts val="3970"/>
              </a:lnSpc>
              <a:spcBef>
                <a:spcPts val="105"/>
              </a:spcBef>
            </a:pPr>
            <a:r>
              <a:rPr sz="3400" spc="-140" dirty="0">
                <a:solidFill>
                  <a:srgbClr val="C00000"/>
                </a:solidFill>
                <a:latin typeface="Times New Roman"/>
                <a:cs typeface="Times New Roman"/>
              </a:rPr>
              <a:t>5</a:t>
            </a:r>
            <a:endParaRPr sz="3400">
              <a:latin typeface="Times New Roman"/>
              <a:cs typeface="Times New Roman"/>
            </a:endParaRPr>
          </a:p>
          <a:p>
            <a:pPr marL="12700">
              <a:lnSpc>
                <a:spcPts val="3865"/>
              </a:lnSpc>
            </a:pPr>
            <a:r>
              <a:rPr sz="3400" spc="-145" dirty="0">
                <a:solidFill>
                  <a:srgbClr val="C00000"/>
                </a:solidFill>
                <a:latin typeface="Times New Roman"/>
                <a:cs typeface="Times New Roman"/>
              </a:rPr>
              <a:t>25</a:t>
            </a:r>
            <a:endParaRPr sz="3400">
              <a:latin typeface="Times New Roman"/>
              <a:cs typeface="Times New Roman"/>
            </a:endParaRPr>
          </a:p>
          <a:p>
            <a:pPr marL="12700">
              <a:lnSpc>
                <a:spcPts val="3865"/>
              </a:lnSpc>
            </a:pPr>
            <a:r>
              <a:rPr sz="3400" spc="-145" dirty="0">
                <a:solidFill>
                  <a:srgbClr val="C00000"/>
                </a:solidFill>
                <a:latin typeface="Times New Roman"/>
                <a:cs typeface="Times New Roman"/>
              </a:rPr>
              <a:t>20</a:t>
            </a:r>
            <a:endParaRPr sz="3400">
              <a:latin typeface="Times New Roman"/>
              <a:cs typeface="Times New Roman"/>
            </a:endParaRPr>
          </a:p>
          <a:p>
            <a:pPr marL="12700">
              <a:lnSpc>
                <a:spcPts val="3865"/>
              </a:lnSpc>
            </a:pPr>
            <a:r>
              <a:rPr sz="3400" spc="-145" dirty="0">
                <a:solidFill>
                  <a:srgbClr val="C00000"/>
                </a:solidFill>
                <a:latin typeface="Times New Roman"/>
                <a:cs typeface="Times New Roman"/>
              </a:rPr>
              <a:t>50</a:t>
            </a:r>
            <a:endParaRPr sz="3400">
              <a:latin typeface="Times New Roman"/>
              <a:cs typeface="Times New Roman"/>
            </a:endParaRPr>
          </a:p>
          <a:p>
            <a:pPr marL="12700">
              <a:lnSpc>
                <a:spcPts val="3970"/>
              </a:lnSpc>
            </a:pPr>
            <a:r>
              <a:rPr sz="3400" b="1" spc="-145" dirty="0">
                <a:solidFill>
                  <a:srgbClr val="001F5F"/>
                </a:solidFill>
                <a:latin typeface="Times New Roman"/>
                <a:cs typeface="Times New Roman"/>
              </a:rPr>
              <a:t>100</a:t>
            </a:r>
            <a:endParaRPr sz="3400">
              <a:latin typeface="Times New Roman"/>
              <a:cs typeface="Times New Roman"/>
            </a:endParaRPr>
          </a:p>
        </p:txBody>
      </p:sp>
      <p:sp>
        <p:nvSpPr>
          <p:cNvPr id="5" name="object 5"/>
          <p:cNvSpPr txBox="1"/>
          <p:nvPr/>
        </p:nvSpPr>
        <p:spPr>
          <a:xfrm>
            <a:off x="536244" y="4785817"/>
            <a:ext cx="5965825" cy="1036319"/>
          </a:xfrm>
          <a:prstGeom prst="rect">
            <a:avLst/>
          </a:prstGeom>
        </p:spPr>
        <p:txBody>
          <a:bodyPr vert="horz" wrap="square" lIns="0" tIns="13970" rIns="0" bIns="0" rtlCol="0">
            <a:spAutoFit/>
          </a:bodyPr>
          <a:lstStyle/>
          <a:p>
            <a:pPr marL="287020" indent="-274320">
              <a:lnSpc>
                <a:spcPts val="3975"/>
              </a:lnSpc>
              <a:spcBef>
                <a:spcPts val="110"/>
              </a:spcBef>
              <a:buClr>
                <a:srgbClr val="D24717"/>
              </a:buClr>
              <a:buSzPct val="83823"/>
              <a:buFont typeface="Segoe UI Symbol"/>
              <a:buChar char="⚫"/>
              <a:tabLst>
                <a:tab pos="287020" algn="l"/>
              </a:tabLst>
            </a:pPr>
            <a:r>
              <a:rPr sz="3400" spc="-409" dirty="0">
                <a:latin typeface="Times New Roman"/>
                <a:cs typeface="Times New Roman"/>
              </a:rPr>
              <a:t>M</a:t>
            </a:r>
            <a:r>
              <a:rPr sz="3400" spc="-160" dirty="0">
                <a:latin typeface="Times New Roman"/>
                <a:cs typeface="Times New Roman"/>
              </a:rPr>
              <a:t>i</a:t>
            </a:r>
            <a:r>
              <a:rPr sz="3400" spc="-140" dirty="0">
                <a:latin typeface="Times New Roman"/>
                <a:cs typeface="Times New Roman"/>
              </a:rPr>
              <a:t>d</a:t>
            </a:r>
            <a:r>
              <a:rPr sz="3400" spc="-495" dirty="0">
                <a:latin typeface="Times New Roman"/>
                <a:cs typeface="Times New Roman"/>
              </a:rPr>
              <a:t> </a:t>
            </a:r>
            <a:r>
              <a:rPr sz="3400" spc="-595" dirty="0">
                <a:latin typeface="Times New Roman"/>
                <a:cs typeface="Times New Roman"/>
              </a:rPr>
              <a:t>T</a:t>
            </a:r>
            <a:r>
              <a:rPr sz="3400" spc="-50" dirty="0">
                <a:latin typeface="Times New Roman"/>
                <a:cs typeface="Times New Roman"/>
              </a:rPr>
              <a:t>e</a:t>
            </a:r>
            <a:r>
              <a:rPr sz="3400" spc="60" dirty="0">
                <a:latin typeface="Times New Roman"/>
                <a:cs typeface="Times New Roman"/>
              </a:rPr>
              <a:t>r</a:t>
            </a:r>
            <a:r>
              <a:rPr sz="3400" spc="-195" dirty="0">
                <a:latin typeface="Times New Roman"/>
                <a:cs typeface="Times New Roman"/>
              </a:rPr>
              <a:t>m</a:t>
            </a:r>
            <a:r>
              <a:rPr sz="3400" spc="-140" dirty="0">
                <a:latin typeface="Times New Roman"/>
                <a:cs typeface="Times New Roman"/>
              </a:rPr>
              <a:t> </a:t>
            </a:r>
            <a:r>
              <a:rPr sz="3400" spc="-350" dirty="0">
                <a:latin typeface="Times New Roman"/>
                <a:cs typeface="Times New Roman"/>
              </a:rPr>
              <a:t>E</a:t>
            </a:r>
            <a:r>
              <a:rPr sz="3400" spc="-140" dirty="0">
                <a:latin typeface="Times New Roman"/>
                <a:cs typeface="Times New Roman"/>
              </a:rPr>
              <a:t>xam:</a:t>
            </a:r>
            <a:r>
              <a:rPr sz="3400" spc="-484" dirty="0">
                <a:latin typeface="Times New Roman"/>
                <a:cs typeface="Times New Roman"/>
              </a:rPr>
              <a:t> </a:t>
            </a:r>
            <a:r>
              <a:rPr sz="3400" spc="-409" dirty="0">
                <a:latin typeface="Times New Roman"/>
                <a:cs typeface="Times New Roman"/>
              </a:rPr>
              <a:t>A</a:t>
            </a:r>
            <a:r>
              <a:rPr sz="3400" spc="-170" dirty="0">
                <a:latin typeface="Times New Roman"/>
                <a:cs typeface="Times New Roman"/>
              </a:rPr>
              <a:t>l</a:t>
            </a:r>
            <a:r>
              <a:rPr sz="3400" spc="-130" dirty="0">
                <a:latin typeface="Times New Roman"/>
                <a:cs typeface="Times New Roman"/>
              </a:rPr>
              <a:t>l</a:t>
            </a:r>
            <a:r>
              <a:rPr sz="3400" spc="-85" dirty="0">
                <a:latin typeface="Times New Roman"/>
                <a:cs typeface="Times New Roman"/>
              </a:rPr>
              <a:t> </a:t>
            </a:r>
            <a:r>
              <a:rPr sz="3400" spc="-409" dirty="0">
                <a:latin typeface="Times New Roman"/>
                <a:cs typeface="Times New Roman"/>
              </a:rPr>
              <a:t>M</a:t>
            </a:r>
            <a:r>
              <a:rPr sz="3400" spc="-95" dirty="0">
                <a:latin typeface="Times New Roman"/>
                <a:cs typeface="Times New Roman"/>
              </a:rPr>
              <a:t>CQ</a:t>
            </a:r>
            <a:endParaRPr sz="3400">
              <a:latin typeface="Times New Roman"/>
              <a:cs typeface="Times New Roman"/>
            </a:endParaRPr>
          </a:p>
          <a:p>
            <a:pPr marL="287020" indent="-274320">
              <a:lnSpc>
                <a:spcPts val="3975"/>
              </a:lnSpc>
              <a:buClr>
                <a:srgbClr val="D24717"/>
              </a:buClr>
              <a:buSzPct val="83823"/>
              <a:buFont typeface="Segoe UI Symbol"/>
              <a:buChar char="⚫"/>
              <a:tabLst>
                <a:tab pos="287020" algn="l"/>
              </a:tabLst>
            </a:pPr>
            <a:r>
              <a:rPr sz="3400" spc="-265" dirty="0">
                <a:latin typeface="Times New Roman"/>
                <a:cs typeface="Times New Roman"/>
              </a:rPr>
              <a:t>E</a:t>
            </a:r>
            <a:r>
              <a:rPr sz="3400" spc="-229" dirty="0">
                <a:latin typeface="Times New Roman"/>
                <a:cs typeface="Times New Roman"/>
              </a:rPr>
              <a:t>n</a:t>
            </a:r>
            <a:r>
              <a:rPr sz="3400" spc="-140" dirty="0">
                <a:latin typeface="Times New Roman"/>
                <a:cs typeface="Times New Roman"/>
              </a:rPr>
              <a:t>d</a:t>
            </a:r>
            <a:r>
              <a:rPr sz="3400" spc="-495" dirty="0">
                <a:latin typeface="Times New Roman"/>
                <a:cs typeface="Times New Roman"/>
              </a:rPr>
              <a:t> </a:t>
            </a:r>
            <a:r>
              <a:rPr sz="3400" spc="-590" dirty="0">
                <a:latin typeface="Times New Roman"/>
                <a:cs typeface="Times New Roman"/>
              </a:rPr>
              <a:t>T</a:t>
            </a:r>
            <a:r>
              <a:rPr sz="3400" spc="-50" dirty="0">
                <a:latin typeface="Times New Roman"/>
                <a:cs typeface="Times New Roman"/>
              </a:rPr>
              <a:t>e</a:t>
            </a:r>
            <a:r>
              <a:rPr sz="3400" spc="65" dirty="0">
                <a:latin typeface="Times New Roman"/>
                <a:cs typeface="Times New Roman"/>
              </a:rPr>
              <a:t>r</a:t>
            </a:r>
            <a:r>
              <a:rPr sz="3400" spc="-195" dirty="0">
                <a:latin typeface="Times New Roman"/>
                <a:cs typeface="Times New Roman"/>
              </a:rPr>
              <a:t>m</a:t>
            </a:r>
            <a:r>
              <a:rPr sz="3400" spc="-110" dirty="0">
                <a:latin typeface="Times New Roman"/>
                <a:cs typeface="Times New Roman"/>
              </a:rPr>
              <a:t> </a:t>
            </a:r>
            <a:r>
              <a:rPr sz="3400" spc="-265" dirty="0">
                <a:latin typeface="Times New Roman"/>
                <a:cs typeface="Times New Roman"/>
              </a:rPr>
              <a:t>E</a:t>
            </a:r>
            <a:r>
              <a:rPr sz="3400" spc="-229" dirty="0">
                <a:latin typeface="Times New Roman"/>
                <a:cs typeface="Times New Roman"/>
              </a:rPr>
              <a:t>x</a:t>
            </a:r>
            <a:r>
              <a:rPr sz="3400" spc="-175" dirty="0">
                <a:latin typeface="Times New Roman"/>
                <a:cs typeface="Times New Roman"/>
              </a:rPr>
              <a:t>am</a:t>
            </a:r>
            <a:r>
              <a:rPr sz="3400" spc="-80" dirty="0">
                <a:latin typeface="Times New Roman"/>
                <a:cs typeface="Times New Roman"/>
              </a:rPr>
              <a:t>:</a:t>
            </a:r>
            <a:r>
              <a:rPr sz="3400" spc="-240" dirty="0">
                <a:latin typeface="Times New Roman"/>
                <a:cs typeface="Times New Roman"/>
              </a:rPr>
              <a:t> </a:t>
            </a:r>
            <a:r>
              <a:rPr sz="3400" spc="-415" dirty="0">
                <a:latin typeface="Times New Roman"/>
                <a:cs typeface="Times New Roman"/>
              </a:rPr>
              <a:t>M</a:t>
            </a:r>
            <a:r>
              <a:rPr sz="3400" spc="-90" dirty="0">
                <a:latin typeface="Times New Roman"/>
                <a:cs typeface="Times New Roman"/>
              </a:rPr>
              <a:t>C</a:t>
            </a:r>
            <a:r>
              <a:rPr sz="3400" spc="-95" dirty="0">
                <a:latin typeface="Times New Roman"/>
                <a:cs typeface="Times New Roman"/>
              </a:rPr>
              <a:t>Q</a:t>
            </a:r>
            <a:r>
              <a:rPr sz="3400" spc="-75" dirty="0">
                <a:latin typeface="Times New Roman"/>
                <a:cs typeface="Times New Roman"/>
              </a:rPr>
              <a:t> </a:t>
            </a:r>
            <a:r>
              <a:rPr sz="3400" spc="355" dirty="0">
                <a:latin typeface="Times New Roman"/>
                <a:cs typeface="Times New Roman"/>
              </a:rPr>
              <a:t>+</a:t>
            </a:r>
            <a:r>
              <a:rPr sz="3400" spc="-105" dirty="0">
                <a:latin typeface="Times New Roman"/>
                <a:cs typeface="Times New Roman"/>
              </a:rPr>
              <a:t> </a:t>
            </a:r>
            <a:r>
              <a:rPr sz="3400" spc="-270" dirty="0">
                <a:latin typeface="Times New Roman"/>
                <a:cs typeface="Times New Roman"/>
              </a:rPr>
              <a:t>Sub</a:t>
            </a:r>
            <a:r>
              <a:rPr sz="3400" spc="-135" dirty="0">
                <a:latin typeface="Times New Roman"/>
                <a:cs typeface="Times New Roman"/>
              </a:rPr>
              <a:t>j</a:t>
            </a:r>
            <a:r>
              <a:rPr sz="3400" spc="-165" dirty="0">
                <a:latin typeface="Times New Roman"/>
                <a:cs typeface="Times New Roman"/>
              </a:rPr>
              <a:t>e</a:t>
            </a:r>
            <a:r>
              <a:rPr sz="3400" spc="-155" dirty="0">
                <a:latin typeface="Times New Roman"/>
                <a:cs typeface="Times New Roman"/>
              </a:rPr>
              <a:t>c</a:t>
            </a:r>
            <a:r>
              <a:rPr sz="3400" spc="35" dirty="0">
                <a:latin typeface="Times New Roman"/>
                <a:cs typeface="Times New Roman"/>
              </a:rPr>
              <a:t>t</a:t>
            </a:r>
            <a:r>
              <a:rPr sz="3400" spc="-160" dirty="0">
                <a:latin typeface="Times New Roman"/>
                <a:cs typeface="Times New Roman"/>
              </a:rPr>
              <a:t>i</a:t>
            </a:r>
            <a:r>
              <a:rPr sz="3400" spc="-360" dirty="0">
                <a:latin typeface="Times New Roman"/>
                <a:cs typeface="Times New Roman"/>
              </a:rPr>
              <a:t>v</a:t>
            </a:r>
            <a:r>
              <a:rPr sz="3400" spc="-130" dirty="0">
                <a:latin typeface="Times New Roman"/>
                <a:cs typeface="Times New Roman"/>
              </a:rPr>
              <a:t>e</a:t>
            </a:r>
            <a:endParaRPr sz="3400">
              <a:latin typeface="Times New Roman"/>
              <a:cs typeface="Times New Roman"/>
            </a:endParaRPr>
          </a:p>
        </p:txBody>
      </p:sp>
      <p:grpSp>
        <p:nvGrpSpPr>
          <p:cNvPr id="6" name="object 6"/>
          <p:cNvGrpSpPr/>
          <p:nvPr/>
        </p:nvGrpSpPr>
        <p:grpSpPr>
          <a:xfrm>
            <a:off x="569976" y="1231372"/>
            <a:ext cx="7158355" cy="120650"/>
            <a:chOff x="569976" y="1231372"/>
            <a:chExt cx="7158355" cy="120650"/>
          </a:xfrm>
        </p:grpSpPr>
        <p:pic>
          <p:nvPicPr>
            <p:cNvPr id="7" name="object 7"/>
            <p:cNvPicPr/>
            <p:nvPr/>
          </p:nvPicPr>
          <p:blipFill>
            <a:blip r:embed="rId2" cstate="print"/>
            <a:stretch>
              <a:fillRect/>
            </a:stretch>
          </p:blipFill>
          <p:spPr>
            <a:xfrm>
              <a:off x="569976" y="1231372"/>
              <a:ext cx="7157974" cy="120161"/>
            </a:xfrm>
            <a:prstGeom prst="rect">
              <a:avLst/>
            </a:prstGeom>
          </p:spPr>
        </p:pic>
        <p:sp>
          <p:nvSpPr>
            <p:cNvPr id="8" name="object 8"/>
            <p:cNvSpPr/>
            <p:nvPr/>
          </p:nvSpPr>
          <p:spPr>
            <a:xfrm>
              <a:off x="614172" y="1269492"/>
              <a:ext cx="7056755" cy="0"/>
            </a:xfrm>
            <a:custGeom>
              <a:avLst/>
              <a:gdLst/>
              <a:ahLst/>
              <a:cxnLst/>
              <a:rect l="l" t="t" r="r" b="b"/>
              <a:pathLst>
                <a:path w="7056755">
                  <a:moveTo>
                    <a:pt x="0" y="0"/>
                  </a:moveTo>
                  <a:lnTo>
                    <a:pt x="7056374" y="0"/>
                  </a:lnTo>
                </a:path>
              </a:pathLst>
            </a:custGeom>
            <a:ln w="39624">
              <a:solidFill>
                <a:srgbClr val="855D5D"/>
              </a:solidFill>
            </a:ln>
          </p:spPr>
          <p:txBody>
            <a:bodyPr wrap="square" lIns="0" tIns="0" rIns="0" bIns="0" rtlCol="0"/>
            <a:lstStyle/>
            <a:p>
              <a:endParaRPr/>
            </a:p>
          </p:txBody>
        </p:sp>
      </p:grpSp>
      <p:pic>
        <p:nvPicPr>
          <p:cNvPr id="9" name="object 9"/>
          <p:cNvPicPr/>
          <p:nvPr/>
        </p:nvPicPr>
        <p:blipFill>
          <a:blip r:embed="rId3" cstate="print"/>
          <a:stretch>
            <a:fillRect/>
          </a:stretch>
        </p:blipFill>
        <p:spPr>
          <a:xfrm>
            <a:off x="7391400" y="85343"/>
            <a:ext cx="1676400" cy="679703"/>
          </a:xfrm>
          <a:prstGeom prst="rect">
            <a:avLst/>
          </a:prstGeom>
        </p:spPr>
      </p:pic>
      <p:sp>
        <p:nvSpPr>
          <p:cNvPr id="10" name="object 10"/>
          <p:cNvSpPr/>
          <p:nvPr/>
        </p:nvSpPr>
        <p:spPr>
          <a:xfrm>
            <a:off x="7623110" y="3810000"/>
            <a:ext cx="1081405" cy="0"/>
          </a:xfrm>
          <a:custGeom>
            <a:avLst/>
            <a:gdLst/>
            <a:ahLst/>
            <a:cxnLst/>
            <a:rect l="l" t="t" r="r" b="b"/>
            <a:pathLst>
              <a:path w="1081404">
                <a:moveTo>
                  <a:pt x="0" y="0"/>
                </a:moveTo>
                <a:lnTo>
                  <a:pt x="1081024" y="0"/>
                </a:lnTo>
              </a:path>
            </a:pathLst>
          </a:custGeom>
          <a:ln w="39624">
            <a:solidFill>
              <a:srgbClr val="000000"/>
            </a:solidFill>
          </a:ln>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extLst>
      <p:ext uri="{BB962C8B-B14F-4D97-AF65-F5344CB8AC3E}">
        <p14:creationId xmlns:p14="http://schemas.microsoft.com/office/powerpoint/2010/main" val="16717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228600"/>
            <a:ext cx="4125595" cy="628377"/>
          </a:xfrm>
          <a:prstGeom prst="rect">
            <a:avLst/>
          </a:prstGeom>
        </p:spPr>
        <p:txBody>
          <a:bodyPr vert="horz" wrap="square" lIns="0" tIns="12700" rIns="0" bIns="0" rtlCol="0">
            <a:spAutoFit/>
          </a:bodyPr>
          <a:lstStyle/>
          <a:p>
            <a:pPr marL="12700" algn="ctr">
              <a:lnSpc>
                <a:spcPct val="100000"/>
              </a:lnSpc>
              <a:spcBef>
                <a:spcPts val="100"/>
              </a:spcBef>
            </a:pPr>
            <a:r>
              <a:rPr sz="4000" b="1" spc="-100" dirty="0">
                <a:latin typeface="Times New Roman" pitchFamily="18" charset="0"/>
                <a:cs typeface="Times New Roman" pitchFamily="18" charset="0"/>
              </a:rPr>
              <a:t>Academic</a:t>
            </a:r>
            <a:r>
              <a:rPr sz="4000" b="1" spc="-55" dirty="0">
                <a:latin typeface="Times New Roman" pitchFamily="18" charset="0"/>
                <a:cs typeface="Times New Roman" pitchFamily="18" charset="0"/>
              </a:rPr>
              <a:t> </a:t>
            </a:r>
            <a:r>
              <a:rPr sz="4000" b="1" spc="-85" dirty="0">
                <a:latin typeface="Times New Roman" pitchFamily="18" charset="0"/>
                <a:cs typeface="Times New Roman" pitchFamily="18" charset="0"/>
              </a:rPr>
              <a:t>Tasks</a:t>
            </a:r>
          </a:p>
        </p:txBody>
      </p:sp>
      <p:graphicFrame>
        <p:nvGraphicFramePr>
          <p:cNvPr id="3" name="object 3"/>
          <p:cNvGraphicFramePr>
            <a:graphicFrameLocks noGrp="1"/>
          </p:cNvGraphicFramePr>
          <p:nvPr>
            <p:extLst>
              <p:ext uri="{D42A27DB-BD31-4B8C-83A1-F6EECF244321}">
                <p14:modId xmlns:p14="http://schemas.microsoft.com/office/powerpoint/2010/main" val="2233977870"/>
              </p:ext>
            </p:extLst>
          </p:nvPr>
        </p:nvGraphicFramePr>
        <p:xfrm>
          <a:off x="228601" y="914401"/>
          <a:ext cx="8534399" cy="5706491"/>
        </p:xfrm>
        <a:graphic>
          <a:graphicData uri="http://schemas.openxmlformats.org/drawingml/2006/table">
            <a:tbl>
              <a:tblPr firstRow="1" bandRow="1">
                <a:tableStyleId>{69012ECD-51FC-41F1-AA8D-1B2483CD663E}</a:tableStyleId>
              </a:tblPr>
              <a:tblGrid>
                <a:gridCol w="1174459">
                  <a:extLst>
                    <a:ext uri="{9D8B030D-6E8A-4147-A177-3AD203B41FA5}">
                      <a16:colId xmlns="" xmlns:a16="http://schemas.microsoft.com/office/drawing/2014/main" val="20000"/>
                    </a:ext>
                  </a:extLst>
                </a:gridCol>
                <a:gridCol w="1331053">
                  <a:extLst>
                    <a:ext uri="{9D8B030D-6E8A-4147-A177-3AD203B41FA5}">
                      <a16:colId xmlns="" xmlns:a16="http://schemas.microsoft.com/office/drawing/2014/main" val="20001"/>
                    </a:ext>
                  </a:extLst>
                </a:gridCol>
                <a:gridCol w="2662106">
                  <a:extLst>
                    <a:ext uri="{9D8B030D-6E8A-4147-A177-3AD203B41FA5}">
                      <a16:colId xmlns="" xmlns:a16="http://schemas.microsoft.com/office/drawing/2014/main" val="20002"/>
                    </a:ext>
                  </a:extLst>
                </a:gridCol>
                <a:gridCol w="1017864">
                  <a:extLst>
                    <a:ext uri="{9D8B030D-6E8A-4147-A177-3AD203B41FA5}">
                      <a16:colId xmlns="" xmlns:a16="http://schemas.microsoft.com/office/drawing/2014/main" val="20003"/>
                    </a:ext>
                  </a:extLst>
                </a:gridCol>
                <a:gridCol w="1084562">
                  <a:extLst>
                    <a:ext uri="{9D8B030D-6E8A-4147-A177-3AD203B41FA5}">
                      <a16:colId xmlns="" xmlns:a16="http://schemas.microsoft.com/office/drawing/2014/main" val="20004"/>
                    </a:ext>
                  </a:extLst>
                </a:gridCol>
                <a:gridCol w="1264355">
                  <a:extLst>
                    <a:ext uri="{9D8B030D-6E8A-4147-A177-3AD203B41FA5}">
                      <a16:colId xmlns="" xmlns:a16="http://schemas.microsoft.com/office/drawing/2014/main" val="20005"/>
                    </a:ext>
                  </a:extLst>
                </a:gridCol>
              </a:tblGrid>
              <a:tr h="1170513">
                <a:tc>
                  <a:txBody>
                    <a:bodyPr/>
                    <a:lstStyle/>
                    <a:p>
                      <a:pPr marL="10795" algn="ctr">
                        <a:lnSpc>
                          <a:spcPct val="100000"/>
                        </a:lnSpc>
                        <a:spcBef>
                          <a:spcPts val="1390"/>
                        </a:spcBef>
                      </a:pPr>
                      <a:r>
                        <a:rPr sz="1800" dirty="0" smtClean="0">
                          <a:latin typeface="Times New Roman" pitchFamily="18" charset="0"/>
                          <a:cs typeface="Times New Roman" pitchFamily="18" charset="0"/>
                        </a:rPr>
                        <a:t>A</a:t>
                      </a:r>
                      <a:r>
                        <a:rPr sz="1800" spc="-10" dirty="0" smtClean="0">
                          <a:latin typeface="Times New Roman" pitchFamily="18" charset="0"/>
                          <a:cs typeface="Times New Roman" pitchFamily="18" charset="0"/>
                        </a:rPr>
                        <a:t>c</a:t>
                      </a:r>
                      <a:r>
                        <a:rPr sz="1800" spc="5" dirty="0" smtClean="0">
                          <a:latin typeface="Times New Roman" pitchFamily="18" charset="0"/>
                          <a:cs typeface="Times New Roman" pitchFamily="18" charset="0"/>
                        </a:rPr>
                        <a:t>a</a:t>
                      </a:r>
                      <a:r>
                        <a:rPr sz="1800" spc="-10" dirty="0" smtClean="0">
                          <a:latin typeface="Times New Roman" pitchFamily="18" charset="0"/>
                          <a:cs typeface="Times New Roman" pitchFamily="18" charset="0"/>
                        </a:rPr>
                        <a:t>de</a:t>
                      </a:r>
                      <a:r>
                        <a:rPr sz="1800" spc="5" dirty="0" smtClean="0">
                          <a:latin typeface="Times New Roman" pitchFamily="18" charset="0"/>
                          <a:cs typeface="Times New Roman" pitchFamily="18" charset="0"/>
                        </a:rPr>
                        <a:t>m</a:t>
                      </a:r>
                      <a:r>
                        <a:rPr sz="1800" dirty="0" smtClean="0">
                          <a:latin typeface="Times New Roman" pitchFamily="18" charset="0"/>
                          <a:cs typeface="Times New Roman" pitchFamily="18" charset="0"/>
                        </a:rPr>
                        <a:t>ic</a:t>
                      </a:r>
                      <a:r>
                        <a:rPr sz="1800" spc="-160" dirty="0" smtClean="0">
                          <a:latin typeface="Times New Roman" pitchFamily="18" charset="0"/>
                          <a:cs typeface="Times New Roman" pitchFamily="18" charset="0"/>
                        </a:rPr>
                        <a:t> </a:t>
                      </a:r>
                      <a:r>
                        <a:rPr sz="1800" spc="-90" dirty="0">
                          <a:latin typeface="Times New Roman" pitchFamily="18" charset="0"/>
                          <a:cs typeface="Times New Roman" pitchFamily="18" charset="0"/>
                        </a:rPr>
                        <a:t>T</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s</a:t>
                      </a:r>
                      <a:r>
                        <a:rPr sz="1800" dirty="0">
                          <a:latin typeface="Times New Roman" pitchFamily="18" charset="0"/>
                          <a:cs typeface="Times New Roman" pitchFamily="18" charset="0"/>
                        </a:rPr>
                        <a:t>k</a:t>
                      </a:r>
                      <a:endParaRPr sz="1800" dirty="0">
                        <a:solidFill>
                          <a:schemeClr val="tx1"/>
                        </a:solidFill>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algn="ctr">
                        <a:lnSpc>
                          <a:spcPct val="100000"/>
                        </a:lnSpc>
                        <a:spcBef>
                          <a:spcPts val="1390"/>
                        </a:spcBef>
                      </a:pPr>
                      <a:r>
                        <a:rPr sz="1800" spc="-15" dirty="0" smtClean="0">
                          <a:latin typeface="Times New Roman" pitchFamily="18" charset="0"/>
                          <a:cs typeface="Times New Roman" pitchFamily="18" charset="0"/>
                        </a:rPr>
                        <a:t>Objective</a:t>
                      </a:r>
                      <a:endParaRPr sz="1800" dirty="0">
                        <a:solidFill>
                          <a:schemeClr val="tx1"/>
                        </a:solidFill>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algn="ctr">
                        <a:lnSpc>
                          <a:spcPct val="100000"/>
                        </a:lnSpc>
                      </a:pPr>
                      <a:r>
                        <a:rPr sz="1800" dirty="0" smtClean="0">
                          <a:latin typeface="Times New Roman" pitchFamily="18" charset="0"/>
                          <a:cs typeface="Times New Roman" pitchFamily="18" charset="0"/>
                        </a:rPr>
                        <a:t>Detail</a:t>
                      </a:r>
                      <a:r>
                        <a:rPr sz="1800" spc="-50" dirty="0" smtClean="0">
                          <a:latin typeface="Times New Roman" pitchFamily="18" charset="0"/>
                          <a:cs typeface="Times New Roman" pitchFamily="18" charset="0"/>
                        </a:rPr>
                        <a:t> </a:t>
                      </a:r>
                      <a:r>
                        <a:rPr sz="1800" dirty="0">
                          <a:latin typeface="Times New Roman" pitchFamily="18" charset="0"/>
                          <a:cs typeface="Times New Roman" pitchFamily="18" charset="0"/>
                        </a:rPr>
                        <a:t>of</a:t>
                      </a:r>
                    </a:p>
                    <a:p>
                      <a:pPr marL="11430" algn="ctr">
                        <a:lnSpc>
                          <a:spcPct val="100000"/>
                        </a:lnSpc>
                      </a:pPr>
                      <a:r>
                        <a:rPr sz="1800" dirty="0">
                          <a:latin typeface="Times New Roman" pitchFamily="18" charset="0"/>
                          <a:cs typeface="Times New Roman" pitchFamily="18" charset="0"/>
                        </a:rPr>
                        <a:t>A</a:t>
                      </a:r>
                      <a:r>
                        <a:rPr sz="1800" spc="-10" dirty="0">
                          <a:latin typeface="Times New Roman" pitchFamily="18" charset="0"/>
                          <a:cs typeface="Times New Roman" pitchFamily="18" charset="0"/>
                        </a:rPr>
                        <a:t>c</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de</a:t>
                      </a:r>
                      <a:r>
                        <a:rPr sz="1800" spc="5" dirty="0">
                          <a:latin typeface="Times New Roman" pitchFamily="18" charset="0"/>
                          <a:cs typeface="Times New Roman" pitchFamily="18" charset="0"/>
                        </a:rPr>
                        <a:t>m</a:t>
                      </a:r>
                      <a:r>
                        <a:rPr sz="1800" dirty="0">
                          <a:latin typeface="Times New Roman" pitchFamily="18" charset="0"/>
                          <a:cs typeface="Times New Roman" pitchFamily="18" charset="0"/>
                        </a:rPr>
                        <a:t>ic</a:t>
                      </a:r>
                      <a:r>
                        <a:rPr sz="1800" spc="-165" dirty="0">
                          <a:latin typeface="Times New Roman" pitchFamily="18" charset="0"/>
                          <a:cs typeface="Times New Roman" pitchFamily="18" charset="0"/>
                        </a:rPr>
                        <a:t> </a:t>
                      </a:r>
                      <a:r>
                        <a:rPr sz="1800" spc="-90" dirty="0">
                          <a:latin typeface="Times New Roman" pitchFamily="18" charset="0"/>
                          <a:cs typeface="Times New Roman" pitchFamily="18" charset="0"/>
                        </a:rPr>
                        <a:t>T</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s</a:t>
                      </a:r>
                      <a:r>
                        <a:rPr sz="1800" dirty="0">
                          <a:latin typeface="Times New Roman" pitchFamily="18" charset="0"/>
                          <a:cs typeface="Times New Roman" pitchFamily="18" charset="0"/>
                        </a:rPr>
                        <a:t>k</a:t>
                      </a:r>
                      <a:endParaRPr sz="1800" dirty="0">
                        <a:solidFill>
                          <a:schemeClr val="tx1"/>
                        </a:solidFill>
                        <a:latin typeface="Times New Roman" pitchFamily="18" charset="0"/>
                        <a:cs typeface="Times New Roman" pitchFamily="18" charset="0"/>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065" algn="ctr">
                        <a:lnSpc>
                          <a:spcPct val="100000"/>
                        </a:lnSpc>
                      </a:pPr>
                      <a:r>
                        <a:rPr sz="1800" spc="5" dirty="0" smtClean="0">
                          <a:latin typeface="Times New Roman" pitchFamily="18" charset="0"/>
                          <a:cs typeface="Times New Roman" pitchFamily="18" charset="0"/>
                        </a:rPr>
                        <a:t>N</a:t>
                      </a:r>
                      <a:r>
                        <a:rPr sz="1800" spc="-15" dirty="0" smtClean="0">
                          <a:latin typeface="Times New Roman" pitchFamily="18" charset="0"/>
                          <a:cs typeface="Times New Roman" pitchFamily="18" charset="0"/>
                        </a:rPr>
                        <a:t>a</a:t>
                      </a:r>
                      <a:r>
                        <a:rPr sz="1800" spc="-5" dirty="0" smtClean="0">
                          <a:latin typeface="Times New Roman" pitchFamily="18" charset="0"/>
                          <a:cs typeface="Times New Roman" pitchFamily="18" charset="0"/>
                        </a:rPr>
                        <a:t>t</a:t>
                      </a:r>
                      <a:r>
                        <a:rPr sz="1800" spc="5" dirty="0" smtClean="0">
                          <a:latin typeface="Times New Roman" pitchFamily="18" charset="0"/>
                          <a:cs typeface="Times New Roman" pitchFamily="18" charset="0"/>
                        </a:rPr>
                        <a:t>u</a:t>
                      </a:r>
                      <a:r>
                        <a:rPr sz="1800" spc="10" dirty="0" smtClean="0">
                          <a:latin typeface="Times New Roman" pitchFamily="18" charset="0"/>
                          <a:cs typeface="Times New Roman" pitchFamily="18" charset="0"/>
                        </a:rPr>
                        <a:t>r</a:t>
                      </a:r>
                      <a:r>
                        <a:rPr sz="1800" dirty="0" smtClean="0">
                          <a:latin typeface="Times New Roman" pitchFamily="18" charset="0"/>
                          <a:cs typeface="Times New Roman" pitchFamily="18" charset="0"/>
                        </a:rPr>
                        <a:t>e</a:t>
                      </a:r>
                      <a:r>
                        <a:rPr sz="1800" spc="-45" dirty="0" smtClean="0">
                          <a:latin typeface="Times New Roman" pitchFamily="18" charset="0"/>
                          <a:cs typeface="Times New Roman" pitchFamily="18" charset="0"/>
                        </a:rPr>
                        <a:t> </a:t>
                      </a:r>
                      <a:r>
                        <a:rPr sz="1800" spc="-15" dirty="0">
                          <a:latin typeface="Times New Roman" pitchFamily="18" charset="0"/>
                          <a:cs typeface="Times New Roman" pitchFamily="18" charset="0"/>
                        </a:rPr>
                        <a:t>o</a:t>
                      </a:r>
                      <a:r>
                        <a:rPr sz="1800" dirty="0">
                          <a:latin typeface="Times New Roman" pitchFamily="18" charset="0"/>
                          <a:cs typeface="Times New Roman" pitchFamily="18" charset="0"/>
                        </a:rPr>
                        <a:t>f</a:t>
                      </a:r>
                    </a:p>
                    <a:p>
                      <a:pPr marL="12065" algn="ctr">
                        <a:lnSpc>
                          <a:spcPct val="100000"/>
                        </a:lnSpc>
                      </a:pPr>
                      <a:r>
                        <a:rPr sz="1800" dirty="0">
                          <a:latin typeface="Times New Roman" pitchFamily="18" charset="0"/>
                          <a:cs typeface="Times New Roman" pitchFamily="18" charset="0"/>
                        </a:rPr>
                        <a:t>A</a:t>
                      </a:r>
                      <a:r>
                        <a:rPr sz="1800" spc="-10" dirty="0">
                          <a:latin typeface="Times New Roman" pitchFamily="18" charset="0"/>
                          <a:cs typeface="Times New Roman" pitchFamily="18" charset="0"/>
                        </a:rPr>
                        <a:t>c</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de</a:t>
                      </a:r>
                      <a:r>
                        <a:rPr sz="1800" spc="5" dirty="0">
                          <a:latin typeface="Times New Roman" pitchFamily="18" charset="0"/>
                          <a:cs typeface="Times New Roman" pitchFamily="18" charset="0"/>
                        </a:rPr>
                        <a:t>m</a:t>
                      </a:r>
                      <a:r>
                        <a:rPr sz="1800" dirty="0">
                          <a:latin typeface="Times New Roman" pitchFamily="18" charset="0"/>
                          <a:cs typeface="Times New Roman" pitchFamily="18" charset="0"/>
                        </a:rPr>
                        <a:t>ic</a:t>
                      </a:r>
                      <a:r>
                        <a:rPr sz="1800" spc="-165" dirty="0">
                          <a:latin typeface="Times New Roman" pitchFamily="18" charset="0"/>
                          <a:cs typeface="Times New Roman" pitchFamily="18" charset="0"/>
                        </a:rPr>
                        <a:t> </a:t>
                      </a:r>
                      <a:r>
                        <a:rPr sz="1800" spc="-90" dirty="0">
                          <a:latin typeface="Times New Roman" pitchFamily="18" charset="0"/>
                          <a:cs typeface="Times New Roman" pitchFamily="18" charset="0"/>
                        </a:rPr>
                        <a:t>T</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s</a:t>
                      </a:r>
                      <a:r>
                        <a:rPr sz="1800" dirty="0">
                          <a:latin typeface="Times New Roman" pitchFamily="18" charset="0"/>
                          <a:cs typeface="Times New Roman" pitchFamily="18" charset="0"/>
                        </a:rPr>
                        <a:t>k</a:t>
                      </a:r>
                      <a:endParaRPr sz="1800" dirty="0">
                        <a:solidFill>
                          <a:schemeClr val="tx1"/>
                        </a:solidFill>
                        <a:latin typeface="Times New Roman" pitchFamily="18" charset="0"/>
                        <a:cs typeface="Times New Roman" pitchFamily="18" charset="0"/>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700" algn="ctr">
                        <a:lnSpc>
                          <a:spcPct val="100000"/>
                        </a:lnSpc>
                      </a:pPr>
                      <a:r>
                        <a:rPr sz="1800" spc="5" dirty="0" smtClean="0">
                          <a:latin typeface="Times New Roman" pitchFamily="18" charset="0"/>
                          <a:cs typeface="Times New Roman" pitchFamily="18" charset="0"/>
                        </a:rPr>
                        <a:t>A</a:t>
                      </a:r>
                      <a:r>
                        <a:rPr sz="1800" spc="-5" dirty="0" smtClean="0">
                          <a:latin typeface="Times New Roman" pitchFamily="18" charset="0"/>
                          <a:cs typeface="Times New Roman" pitchFamily="18" charset="0"/>
                        </a:rPr>
                        <a:t>c</a:t>
                      </a:r>
                      <a:r>
                        <a:rPr sz="1800" spc="5" dirty="0" smtClean="0">
                          <a:latin typeface="Times New Roman" pitchFamily="18" charset="0"/>
                          <a:cs typeface="Times New Roman" pitchFamily="18" charset="0"/>
                        </a:rPr>
                        <a:t>a</a:t>
                      </a:r>
                      <a:r>
                        <a:rPr sz="1800" spc="-10" dirty="0" smtClean="0">
                          <a:latin typeface="Times New Roman" pitchFamily="18" charset="0"/>
                          <a:cs typeface="Times New Roman" pitchFamily="18" charset="0"/>
                        </a:rPr>
                        <a:t>d</a:t>
                      </a:r>
                      <a:r>
                        <a:rPr sz="1800" spc="-5" dirty="0" smtClean="0">
                          <a:latin typeface="Times New Roman" pitchFamily="18" charset="0"/>
                          <a:cs typeface="Times New Roman" pitchFamily="18" charset="0"/>
                        </a:rPr>
                        <a:t>e</a:t>
                      </a:r>
                      <a:r>
                        <a:rPr sz="1800" spc="10" dirty="0" smtClean="0">
                          <a:latin typeface="Times New Roman" pitchFamily="18" charset="0"/>
                          <a:cs typeface="Times New Roman" pitchFamily="18" charset="0"/>
                        </a:rPr>
                        <a:t>m</a:t>
                      </a:r>
                      <a:r>
                        <a:rPr sz="1800" dirty="0" smtClean="0">
                          <a:latin typeface="Times New Roman" pitchFamily="18" charset="0"/>
                          <a:cs typeface="Times New Roman" pitchFamily="18" charset="0"/>
                        </a:rPr>
                        <a:t>ic</a:t>
                      </a:r>
                      <a:r>
                        <a:rPr sz="1800" spc="-165" dirty="0" smtClean="0">
                          <a:latin typeface="Times New Roman" pitchFamily="18" charset="0"/>
                          <a:cs typeface="Times New Roman" pitchFamily="18" charset="0"/>
                        </a:rPr>
                        <a:t> </a:t>
                      </a:r>
                      <a:r>
                        <a:rPr sz="1800" spc="-90" dirty="0">
                          <a:latin typeface="Times New Roman" pitchFamily="18" charset="0"/>
                          <a:cs typeface="Times New Roman" pitchFamily="18" charset="0"/>
                        </a:rPr>
                        <a:t>T</a:t>
                      </a:r>
                      <a:r>
                        <a:rPr sz="1800" spc="5" dirty="0">
                          <a:latin typeface="Times New Roman" pitchFamily="18" charset="0"/>
                          <a:cs typeface="Times New Roman" pitchFamily="18" charset="0"/>
                        </a:rPr>
                        <a:t>a</a:t>
                      </a:r>
                      <a:r>
                        <a:rPr sz="1800" spc="-5" dirty="0">
                          <a:latin typeface="Times New Roman" pitchFamily="18" charset="0"/>
                          <a:cs typeface="Times New Roman" pitchFamily="18" charset="0"/>
                        </a:rPr>
                        <a:t>sk</a:t>
                      </a:r>
                      <a:endParaRPr sz="1800" dirty="0">
                        <a:latin typeface="Times New Roman" pitchFamily="18" charset="0"/>
                        <a:cs typeface="Times New Roman" pitchFamily="18" charset="0"/>
                      </a:endParaRPr>
                    </a:p>
                    <a:p>
                      <a:pPr marL="12700" algn="ctr">
                        <a:lnSpc>
                          <a:spcPct val="100000"/>
                        </a:lnSpc>
                      </a:pPr>
                      <a:r>
                        <a:rPr sz="1800" spc="5" dirty="0">
                          <a:latin typeface="Times New Roman" pitchFamily="18" charset="0"/>
                          <a:cs typeface="Times New Roman" pitchFamily="18" charset="0"/>
                        </a:rPr>
                        <a:t>Mode</a:t>
                      </a:r>
                      <a:endParaRPr sz="1800" dirty="0">
                        <a:solidFill>
                          <a:schemeClr val="tx1"/>
                        </a:solidFill>
                        <a:latin typeface="Times New Roman" pitchFamily="18" charset="0"/>
                        <a:cs typeface="Times New Roman" pitchFamily="18" charset="0"/>
                      </a:endParaRPr>
                    </a:p>
                  </a:txBody>
                  <a:tcPr marL="0" marR="0"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700" algn="ctr">
                        <a:lnSpc>
                          <a:spcPts val="1550"/>
                        </a:lnSpc>
                      </a:pPr>
                      <a:r>
                        <a:rPr sz="1800" spc="10" dirty="0">
                          <a:latin typeface="Times New Roman" pitchFamily="18" charset="0"/>
                          <a:cs typeface="Times New Roman" pitchFamily="18" charset="0"/>
                        </a:rPr>
                        <a:t>M</a:t>
                      </a:r>
                      <a:r>
                        <a:rPr sz="1800" spc="5" dirty="0">
                          <a:latin typeface="Times New Roman" pitchFamily="18" charset="0"/>
                          <a:cs typeface="Times New Roman" pitchFamily="18" charset="0"/>
                        </a:rPr>
                        <a:t>a</a:t>
                      </a:r>
                      <a:r>
                        <a:rPr sz="1800" spc="10" dirty="0">
                          <a:latin typeface="Times New Roman" pitchFamily="18" charset="0"/>
                          <a:cs typeface="Times New Roman" pitchFamily="18" charset="0"/>
                        </a:rPr>
                        <a:t>r</a:t>
                      </a:r>
                      <a:r>
                        <a:rPr sz="1800" spc="5" dirty="0">
                          <a:latin typeface="Times New Roman" pitchFamily="18" charset="0"/>
                          <a:cs typeface="Times New Roman" pitchFamily="18" charset="0"/>
                        </a:rPr>
                        <a:t>k</a:t>
                      </a:r>
                      <a:r>
                        <a:rPr sz="1800" dirty="0">
                          <a:latin typeface="Times New Roman" pitchFamily="18" charset="0"/>
                          <a:cs typeface="Times New Roman" pitchFamily="18" charset="0"/>
                        </a:rPr>
                        <a:t>s</a:t>
                      </a:r>
                      <a:r>
                        <a:rPr sz="1800" spc="-140" dirty="0">
                          <a:latin typeface="Times New Roman" pitchFamily="18" charset="0"/>
                          <a:cs typeface="Times New Roman" pitchFamily="18" charset="0"/>
                        </a:rPr>
                        <a:t> </a:t>
                      </a:r>
                      <a:r>
                        <a:rPr sz="1800" spc="5" dirty="0">
                          <a:latin typeface="Times New Roman" pitchFamily="18" charset="0"/>
                          <a:cs typeface="Times New Roman" pitchFamily="18" charset="0"/>
                        </a:rPr>
                        <a:t>A</a:t>
                      </a:r>
                      <a:r>
                        <a:rPr sz="1800" dirty="0">
                          <a:latin typeface="Times New Roman" pitchFamily="18" charset="0"/>
                          <a:cs typeface="Times New Roman" pitchFamily="18" charset="0"/>
                        </a:rPr>
                        <a:t>ll</a:t>
                      </a:r>
                      <a:r>
                        <a:rPr sz="1800" spc="-10" dirty="0">
                          <a:latin typeface="Times New Roman" pitchFamily="18" charset="0"/>
                          <a:cs typeface="Times New Roman" pitchFamily="18" charset="0"/>
                        </a:rPr>
                        <a:t>o</a:t>
                      </a:r>
                      <a:r>
                        <a:rPr sz="1800" spc="-5" dirty="0">
                          <a:latin typeface="Times New Roman" pitchFamily="18" charset="0"/>
                          <a:cs typeface="Times New Roman" pitchFamily="18" charset="0"/>
                        </a:rPr>
                        <a:t>t</a:t>
                      </a:r>
                      <a:r>
                        <a:rPr sz="1800" spc="10" dirty="0">
                          <a:latin typeface="Times New Roman" pitchFamily="18" charset="0"/>
                          <a:cs typeface="Times New Roman" pitchFamily="18" charset="0"/>
                        </a:rPr>
                        <a:t>m</a:t>
                      </a:r>
                      <a:r>
                        <a:rPr sz="1800" spc="-5" dirty="0">
                          <a:latin typeface="Times New Roman" pitchFamily="18" charset="0"/>
                          <a:cs typeface="Times New Roman" pitchFamily="18" charset="0"/>
                        </a:rPr>
                        <a:t>e</a:t>
                      </a:r>
                      <a:r>
                        <a:rPr sz="1800" spc="5" dirty="0">
                          <a:latin typeface="Times New Roman" pitchFamily="18" charset="0"/>
                          <a:cs typeface="Times New Roman" pitchFamily="18" charset="0"/>
                        </a:rPr>
                        <a:t>n</a:t>
                      </a:r>
                      <a:r>
                        <a:rPr sz="1800" dirty="0">
                          <a:latin typeface="Times New Roman" pitchFamily="18" charset="0"/>
                          <a:cs typeface="Times New Roman" pitchFamily="18" charset="0"/>
                        </a:rPr>
                        <a:t>t</a:t>
                      </a:r>
                    </a:p>
                    <a:p>
                      <a:pPr marL="12700" algn="ctr">
                        <a:lnSpc>
                          <a:spcPct val="100000"/>
                        </a:lnSpc>
                      </a:pPr>
                      <a:r>
                        <a:rPr sz="1800" spc="345" dirty="0">
                          <a:latin typeface="Times New Roman" pitchFamily="18" charset="0"/>
                          <a:cs typeface="Times New Roman" pitchFamily="18" charset="0"/>
                        </a:rPr>
                        <a:t>/</a:t>
                      </a:r>
                      <a:r>
                        <a:rPr sz="1800" spc="-65" dirty="0">
                          <a:latin typeface="Times New Roman" pitchFamily="18" charset="0"/>
                          <a:cs typeface="Times New Roman" pitchFamily="18" charset="0"/>
                        </a:rPr>
                        <a:t> </a:t>
                      </a:r>
                      <a:r>
                        <a:rPr sz="1800" spc="-20" dirty="0">
                          <a:latin typeface="Times New Roman" pitchFamily="18" charset="0"/>
                          <a:cs typeface="Times New Roman" pitchFamily="18" charset="0"/>
                        </a:rPr>
                        <a:t>Submission</a:t>
                      </a:r>
                      <a:endParaRPr sz="1800" dirty="0">
                        <a:latin typeface="Times New Roman" pitchFamily="18" charset="0"/>
                        <a:cs typeface="Times New Roman" pitchFamily="18" charset="0"/>
                      </a:endParaRPr>
                    </a:p>
                    <a:p>
                      <a:pPr marL="12700" algn="ctr">
                        <a:lnSpc>
                          <a:spcPct val="100000"/>
                        </a:lnSpc>
                      </a:pPr>
                      <a:r>
                        <a:rPr sz="1800" spc="-50" dirty="0">
                          <a:latin typeface="Times New Roman" pitchFamily="18" charset="0"/>
                          <a:cs typeface="Times New Roman" pitchFamily="18" charset="0"/>
                        </a:rPr>
                        <a:t>Week</a:t>
                      </a:r>
                      <a:endParaRPr sz="1800" dirty="0">
                        <a:solidFill>
                          <a:schemeClr val="tx1"/>
                        </a:solidFill>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1346453">
                <a:tc>
                  <a:txBody>
                    <a:bodyPr/>
                    <a:lstStyle/>
                    <a:p>
                      <a:pPr>
                        <a:lnSpc>
                          <a:spcPct val="100000"/>
                        </a:lnSpc>
                      </a:pPr>
                      <a:endParaRPr sz="1200" dirty="0">
                        <a:latin typeface="Times New Roman" pitchFamily="18" charset="0"/>
                        <a:cs typeface="Times New Roman" pitchFamily="18" charset="0"/>
                      </a:endParaRPr>
                    </a:p>
                    <a:p>
                      <a:pPr>
                        <a:lnSpc>
                          <a:spcPct val="100000"/>
                        </a:lnSpc>
                      </a:pPr>
                      <a:endParaRPr sz="1200" dirty="0">
                        <a:latin typeface="Times New Roman" pitchFamily="18" charset="0"/>
                        <a:cs typeface="Times New Roman" pitchFamily="18" charset="0"/>
                      </a:endParaRPr>
                    </a:p>
                    <a:p>
                      <a:pPr>
                        <a:lnSpc>
                          <a:spcPct val="100000"/>
                        </a:lnSpc>
                        <a:spcBef>
                          <a:spcPts val="25"/>
                        </a:spcBef>
                      </a:pPr>
                      <a:endParaRPr sz="1200" dirty="0">
                        <a:latin typeface="Times New Roman" pitchFamily="18" charset="0"/>
                        <a:cs typeface="Times New Roman" pitchFamily="18" charset="0"/>
                      </a:endParaRPr>
                    </a:p>
                    <a:p>
                      <a:pPr marL="10795">
                        <a:lnSpc>
                          <a:spcPct val="100000"/>
                        </a:lnSpc>
                      </a:pPr>
                      <a:r>
                        <a:rPr sz="1200" spc="-100" dirty="0">
                          <a:latin typeface="Times New Roman" pitchFamily="18" charset="0"/>
                          <a:cs typeface="Times New Roman" pitchFamily="18" charset="0"/>
                        </a:rPr>
                        <a:t>T</a:t>
                      </a:r>
                      <a:r>
                        <a:rPr sz="1200" spc="-15" dirty="0">
                          <a:latin typeface="Times New Roman" pitchFamily="18" charset="0"/>
                          <a:cs typeface="Times New Roman" pitchFamily="18" charset="0"/>
                        </a:rPr>
                        <a:t>e</a:t>
                      </a:r>
                      <a:r>
                        <a:rPr sz="1200" spc="-10" dirty="0">
                          <a:latin typeface="Times New Roman" pitchFamily="18" charset="0"/>
                          <a:cs typeface="Times New Roman" pitchFamily="18" charset="0"/>
                        </a:rPr>
                        <a:t>s</a:t>
                      </a:r>
                      <a:r>
                        <a:rPr sz="1200" dirty="0">
                          <a:latin typeface="Times New Roman" pitchFamily="18" charset="0"/>
                          <a:cs typeface="Times New Roman" pitchFamily="18" charset="0"/>
                        </a:rPr>
                        <a:t>t</a:t>
                      </a:r>
                      <a:r>
                        <a:rPr sz="1200" spc="-20" dirty="0">
                          <a:latin typeface="Times New Roman" pitchFamily="18" charset="0"/>
                          <a:cs typeface="Times New Roman" pitchFamily="18" charset="0"/>
                        </a:rPr>
                        <a:t> </a:t>
                      </a:r>
                      <a:r>
                        <a:rPr sz="1200" dirty="0">
                          <a:latin typeface="Times New Roman" pitchFamily="18" charset="0"/>
                          <a:cs typeface="Times New Roman" pitchFamily="18" charset="0"/>
                        </a:rPr>
                        <a:t>1</a:t>
                      </a:r>
                      <a:r>
                        <a:rPr sz="1200" spc="-15" dirty="0">
                          <a:latin typeface="Times New Roman" pitchFamily="18" charset="0"/>
                          <a:cs typeface="Times New Roman" pitchFamily="18" charset="0"/>
                        </a:rPr>
                        <a:t> </a:t>
                      </a:r>
                      <a:r>
                        <a:rPr sz="1200" spc="-10" dirty="0">
                          <a:latin typeface="Times New Roman" pitchFamily="18" charset="0"/>
                          <a:cs typeface="Times New Roman" pitchFamily="18" charset="0"/>
                        </a:rPr>
                        <a:t>(M</a:t>
                      </a:r>
                      <a:r>
                        <a:rPr sz="1200" dirty="0">
                          <a:latin typeface="Times New Roman" pitchFamily="18" charset="0"/>
                          <a:cs typeface="Times New Roman" pitchFamily="18" charset="0"/>
                        </a:rPr>
                        <a:t>C</a:t>
                      </a:r>
                      <a:r>
                        <a:rPr sz="1200" spc="-5" dirty="0">
                          <a:latin typeface="Times New Roman" pitchFamily="18" charset="0"/>
                          <a:cs typeface="Times New Roman" pitchFamily="18" charset="0"/>
                        </a:rPr>
                        <a:t>Q)</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endParaRPr sz="1200" dirty="0">
                        <a:latin typeface="Times New Roman" pitchFamily="18" charset="0"/>
                        <a:cs typeface="Times New Roman" pitchFamily="18" charset="0"/>
                      </a:endParaRPr>
                    </a:p>
                    <a:p>
                      <a:pPr marL="11430" marR="152400" algn="just">
                        <a:lnSpc>
                          <a:spcPct val="100000"/>
                        </a:lnSpc>
                        <a:spcBef>
                          <a:spcPts val="885"/>
                        </a:spcBef>
                      </a:pPr>
                      <a:r>
                        <a:rPr sz="1200" spc="-175" dirty="0">
                          <a:latin typeface="Times New Roman" pitchFamily="18" charset="0"/>
                          <a:cs typeface="Times New Roman" pitchFamily="18" charset="0"/>
                        </a:rPr>
                        <a:t>T</a:t>
                      </a:r>
                      <a:r>
                        <a:rPr sz="1200" dirty="0">
                          <a:latin typeface="Times New Roman" pitchFamily="18" charset="0"/>
                          <a:cs typeface="Times New Roman" pitchFamily="18" charset="0"/>
                        </a:rPr>
                        <a:t>o</a:t>
                      </a:r>
                      <a:r>
                        <a:rPr sz="1200" spc="-15" dirty="0">
                          <a:latin typeface="Times New Roman" pitchFamily="18" charset="0"/>
                          <a:cs typeface="Times New Roman" pitchFamily="18" charset="0"/>
                        </a:rPr>
                        <a:t> </a:t>
                      </a:r>
                      <a:r>
                        <a:rPr sz="1200" spc="-35" dirty="0">
                          <a:latin typeface="Times New Roman" pitchFamily="18" charset="0"/>
                          <a:cs typeface="Times New Roman" pitchFamily="18" charset="0"/>
                        </a:rPr>
                        <a:t>e</a:t>
                      </a:r>
                      <a:r>
                        <a:rPr sz="1200" spc="-25" dirty="0">
                          <a:latin typeface="Times New Roman" pitchFamily="18" charset="0"/>
                          <a:cs typeface="Times New Roman" pitchFamily="18" charset="0"/>
                        </a:rPr>
                        <a:t>v</a:t>
                      </a:r>
                      <a:r>
                        <a:rPr sz="1200" spc="-10" dirty="0">
                          <a:latin typeface="Times New Roman" pitchFamily="18" charset="0"/>
                          <a:cs typeface="Times New Roman" pitchFamily="18" charset="0"/>
                        </a:rPr>
                        <a:t>a</a:t>
                      </a:r>
                      <a:r>
                        <a:rPr sz="1200" spc="-5" dirty="0">
                          <a:latin typeface="Times New Roman" pitchFamily="18" charset="0"/>
                          <a:cs typeface="Times New Roman" pitchFamily="18" charset="0"/>
                        </a:rPr>
                        <a:t>lua</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e</a:t>
                      </a:r>
                      <a:r>
                        <a:rPr sz="1200" spc="-2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10" dirty="0">
                          <a:latin typeface="Times New Roman" pitchFamily="18" charset="0"/>
                          <a:cs typeface="Times New Roman" pitchFamily="18" charset="0"/>
                        </a:rPr>
                        <a:t>c</a:t>
                      </a:r>
                      <a:r>
                        <a:rPr sz="1200" dirty="0">
                          <a:latin typeface="Times New Roman" pitchFamily="18" charset="0"/>
                          <a:cs typeface="Times New Roman" pitchFamily="18" charset="0"/>
                        </a:rPr>
                        <a:t>on</a:t>
                      </a:r>
                      <a:r>
                        <a:rPr sz="1200" spc="-10" dirty="0">
                          <a:latin typeface="Times New Roman" pitchFamily="18" charset="0"/>
                          <a:cs typeface="Times New Roman" pitchFamily="18" charset="0"/>
                        </a:rPr>
                        <a:t>ce</a:t>
                      </a:r>
                      <a:r>
                        <a:rPr sz="1200" dirty="0">
                          <a:latin typeface="Times New Roman" pitchFamily="18" charset="0"/>
                          <a:cs typeface="Times New Roman" pitchFamily="18" charset="0"/>
                        </a:rPr>
                        <a:t>p</a:t>
                      </a:r>
                      <a:r>
                        <a:rPr sz="1200" spc="10" dirty="0">
                          <a:latin typeface="Times New Roman" pitchFamily="18" charset="0"/>
                          <a:cs typeface="Times New Roman" pitchFamily="18" charset="0"/>
                        </a:rPr>
                        <a:t>t</a:t>
                      </a:r>
                      <a:r>
                        <a:rPr sz="1200" dirty="0">
                          <a:latin typeface="Times New Roman" pitchFamily="18" charset="0"/>
                          <a:cs typeface="Times New Roman" pitchFamily="18" charset="0"/>
                        </a:rPr>
                        <a:t>u</a:t>
                      </a:r>
                      <a:r>
                        <a:rPr sz="1200" spc="-5" dirty="0">
                          <a:latin typeface="Times New Roman" pitchFamily="18" charset="0"/>
                          <a:cs typeface="Times New Roman" pitchFamily="18" charset="0"/>
                        </a:rPr>
                        <a:t>a</a:t>
                      </a:r>
                      <a:r>
                        <a:rPr sz="1200" dirty="0">
                          <a:latin typeface="Times New Roman" pitchFamily="18" charset="0"/>
                          <a:cs typeface="Times New Roman" pitchFamily="18" charset="0"/>
                        </a:rPr>
                        <a:t>l</a:t>
                      </a:r>
                      <a:r>
                        <a:rPr sz="1200" spc="-15" dirty="0">
                          <a:latin typeface="Times New Roman" pitchFamily="18" charset="0"/>
                          <a:cs typeface="Times New Roman" pitchFamily="18" charset="0"/>
                        </a:rPr>
                        <a:t> </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  </a:t>
                      </a:r>
                      <a:r>
                        <a:rPr sz="1200" spc="-60" dirty="0">
                          <a:latin typeface="Times New Roman" pitchFamily="18" charset="0"/>
                          <a:cs typeface="Times New Roman" pitchFamily="18" charset="0"/>
                        </a:rPr>
                        <a:t>technical </a:t>
                      </a:r>
                      <a:r>
                        <a:rPr sz="1200" spc="-55" dirty="0">
                          <a:latin typeface="Times New Roman" pitchFamily="18" charset="0"/>
                          <a:cs typeface="Times New Roman" pitchFamily="18" charset="0"/>
                        </a:rPr>
                        <a:t> </a:t>
                      </a:r>
                      <a:r>
                        <a:rPr sz="1200" dirty="0">
                          <a:latin typeface="Times New Roman" pitchFamily="18" charset="0"/>
                          <a:cs typeface="Times New Roman" pitchFamily="18" charset="0"/>
                        </a:rPr>
                        <a:t>und</a:t>
                      </a:r>
                      <a:r>
                        <a:rPr sz="1200" spc="-5" dirty="0">
                          <a:latin typeface="Times New Roman" pitchFamily="18" charset="0"/>
                          <a:cs typeface="Times New Roman" pitchFamily="18" charset="0"/>
                        </a:rPr>
                        <a:t>e</a:t>
                      </a:r>
                      <a:r>
                        <a:rPr sz="1200" spc="15" dirty="0">
                          <a:latin typeface="Times New Roman" pitchFamily="18" charset="0"/>
                          <a:cs typeface="Times New Roman" pitchFamily="18" charset="0"/>
                        </a:rPr>
                        <a:t>r</a:t>
                      </a:r>
                      <a:r>
                        <a:rPr sz="1200" spc="5" dirty="0">
                          <a:latin typeface="Times New Roman" pitchFamily="18" charset="0"/>
                          <a:cs typeface="Times New Roman" pitchFamily="18" charset="0"/>
                        </a:rPr>
                        <a:t>st</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a:t>
                      </a:r>
                      <a:r>
                        <a:rPr sz="1200" spc="-15" dirty="0">
                          <a:latin typeface="Times New Roman" pitchFamily="18" charset="0"/>
                          <a:cs typeface="Times New Roman" pitchFamily="18" charset="0"/>
                        </a:rPr>
                        <a:t>i</a:t>
                      </a:r>
                      <a:r>
                        <a:rPr sz="1200" dirty="0">
                          <a:latin typeface="Times New Roman" pitchFamily="18" charset="0"/>
                          <a:cs typeface="Times New Roman" pitchFamily="18" charset="0"/>
                        </a:rPr>
                        <a:t>ng</a:t>
                      </a:r>
                      <a:r>
                        <a:rPr sz="1200" spc="-35" dirty="0">
                          <a:latin typeface="Times New Roman" pitchFamily="18" charset="0"/>
                          <a:cs typeface="Times New Roman" pitchFamily="18" charset="0"/>
                        </a:rPr>
                        <a:t> </a:t>
                      </a:r>
                      <a:r>
                        <a:rPr sz="1200" dirty="0">
                          <a:latin typeface="Times New Roman" pitchFamily="18" charset="0"/>
                          <a:cs typeface="Times New Roman" pitchFamily="18" charset="0"/>
                        </a:rPr>
                        <a:t>of</a:t>
                      </a:r>
                      <a:r>
                        <a:rPr sz="1200" spc="-1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55" dirty="0">
                          <a:latin typeface="Times New Roman" pitchFamily="18" charset="0"/>
                          <a:cs typeface="Times New Roman" pitchFamily="18" charset="0"/>
                        </a:rPr>
                        <a:t>concepts</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marR="30480" algn="just">
                        <a:lnSpc>
                          <a:spcPct val="100000"/>
                        </a:lnSpc>
                        <a:spcBef>
                          <a:spcPts val="1055"/>
                        </a:spcBef>
                      </a:pPr>
                      <a:r>
                        <a:rPr lang="en-US" sz="1200" spc="-5" dirty="0" smtClean="0">
                          <a:latin typeface="Times New Roman" pitchFamily="18" charset="0"/>
                          <a:cs typeface="Times New Roman" pitchFamily="18" charset="0"/>
                        </a:rPr>
                        <a:t>Three evaluations will be conducted for each CA on OAS platform. Each evaluation will consist of 10 MCQ type questions, with each question carrying 1 mark, making a total of 10 marks per evaluation. Hence, the total marks for one CA will be 30. </a:t>
                      </a:r>
                      <a:endParaRPr sz="1200" dirty="0">
                        <a:latin typeface="Times New Roman" pitchFamily="18" charset="0"/>
                        <a:cs typeface="Times New Roman" pitchFamily="18" charset="0"/>
                      </a:endParaRPr>
                    </a:p>
                  </a:txBody>
                  <a:tcPr marL="0" marR="0" marT="133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spcBef>
                          <a:spcPts val="25"/>
                        </a:spcBef>
                      </a:pPr>
                      <a:endParaRPr sz="1200" dirty="0">
                        <a:latin typeface="Times New Roman" pitchFamily="18" charset="0"/>
                        <a:cs typeface="Times New Roman" pitchFamily="18" charset="0"/>
                      </a:endParaRPr>
                    </a:p>
                    <a:p>
                      <a:pPr marL="12065" algn="ctr">
                        <a:lnSpc>
                          <a:spcPct val="100000"/>
                        </a:lnSpc>
                      </a:pPr>
                      <a:r>
                        <a:rPr sz="1200" spc="-70" dirty="0">
                          <a:latin typeface="Times New Roman" pitchFamily="18" charset="0"/>
                          <a:cs typeface="Times New Roman" pitchFamily="18" charset="0"/>
                        </a:rPr>
                        <a:t>Individual</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spcBef>
                          <a:spcPts val="25"/>
                        </a:spcBef>
                      </a:pPr>
                      <a:endParaRPr sz="1200" dirty="0">
                        <a:latin typeface="Times New Roman" pitchFamily="18" charset="0"/>
                        <a:cs typeface="Times New Roman" pitchFamily="18" charset="0"/>
                      </a:endParaRPr>
                    </a:p>
                    <a:p>
                      <a:pPr marL="12700" algn="ctr">
                        <a:lnSpc>
                          <a:spcPct val="100000"/>
                        </a:lnSpc>
                      </a:pPr>
                      <a:r>
                        <a:rPr lang="en-US" sz="1200" spc="-60" dirty="0" smtClean="0">
                          <a:latin typeface="Times New Roman" pitchFamily="18" charset="0"/>
                          <a:cs typeface="Times New Roman" pitchFamily="18" charset="0"/>
                        </a:rPr>
                        <a:t>Online</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spcBef>
                          <a:spcPts val="25"/>
                        </a:spcBef>
                      </a:pPr>
                      <a:endParaRPr sz="1200" dirty="0">
                        <a:latin typeface="Times New Roman" pitchFamily="18" charset="0"/>
                        <a:cs typeface="Times New Roman" pitchFamily="18" charset="0"/>
                      </a:endParaRPr>
                    </a:p>
                    <a:p>
                      <a:pPr marL="12700" algn="ctr">
                        <a:lnSpc>
                          <a:spcPct val="100000"/>
                        </a:lnSpc>
                      </a:pPr>
                      <a:r>
                        <a:rPr sz="1200" spc="-55" dirty="0">
                          <a:latin typeface="Times New Roman" pitchFamily="18" charset="0"/>
                          <a:cs typeface="Times New Roman" pitchFamily="18" charset="0"/>
                        </a:rPr>
                        <a:t>30</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1306145">
                <a:tc>
                  <a:txBody>
                    <a:bodyPr/>
                    <a:lstStyle/>
                    <a:p>
                      <a:pPr>
                        <a:lnSpc>
                          <a:spcPct val="100000"/>
                        </a:lnSpc>
                      </a:pPr>
                      <a:endParaRPr sz="1200" dirty="0">
                        <a:latin typeface="Times New Roman" pitchFamily="18" charset="0"/>
                        <a:cs typeface="Times New Roman" pitchFamily="18" charset="0"/>
                      </a:endParaRPr>
                    </a:p>
                    <a:p>
                      <a:pPr>
                        <a:lnSpc>
                          <a:spcPct val="100000"/>
                        </a:lnSpc>
                      </a:pPr>
                      <a:endParaRPr sz="1200" dirty="0">
                        <a:latin typeface="Times New Roman" pitchFamily="18" charset="0"/>
                        <a:cs typeface="Times New Roman" pitchFamily="18" charset="0"/>
                      </a:endParaRPr>
                    </a:p>
                    <a:p>
                      <a:pPr>
                        <a:lnSpc>
                          <a:spcPct val="100000"/>
                        </a:lnSpc>
                        <a:spcBef>
                          <a:spcPts val="40"/>
                        </a:spcBef>
                      </a:pPr>
                      <a:endParaRPr sz="1200" dirty="0">
                        <a:latin typeface="Times New Roman" pitchFamily="18" charset="0"/>
                        <a:cs typeface="Times New Roman" pitchFamily="18" charset="0"/>
                      </a:endParaRPr>
                    </a:p>
                    <a:p>
                      <a:pPr marL="10795">
                        <a:lnSpc>
                          <a:spcPct val="100000"/>
                        </a:lnSpc>
                      </a:pPr>
                      <a:r>
                        <a:rPr sz="1200" spc="-100" dirty="0">
                          <a:latin typeface="Times New Roman" pitchFamily="18" charset="0"/>
                          <a:cs typeface="Times New Roman" pitchFamily="18" charset="0"/>
                        </a:rPr>
                        <a:t>T</a:t>
                      </a:r>
                      <a:r>
                        <a:rPr sz="1200" spc="-15" dirty="0">
                          <a:latin typeface="Times New Roman" pitchFamily="18" charset="0"/>
                          <a:cs typeface="Times New Roman" pitchFamily="18" charset="0"/>
                        </a:rPr>
                        <a:t>e</a:t>
                      </a:r>
                      <a:r>
                        <a:rPr sz="1200" spc="-10" dirty="0">
                          <a:latin typeface="Times New Roman" pitchFamily="18" charset="0"/>
                          <a:cs typeface="Times New Roman" pitchFamily="18" charset="0"/>
                        </a:rPr>
                        <a:t>s</a:t>
                      </a:r>
                      <a:r>
                        <a:rPr sz="1200" dirty="0">
                          <a:latin typeface="Times New Roman" pitchFamily="18" charset="0"/>
                          <a:cs typeface="Times New Roman" pitchFamily="18" charset="0"/>
                        </a:rPr>
                        <a:t>t</a:t>
                      </a:r>
                      <a:r>
                        <a:rPr sz="1200" spc="-20" dirty="0">
                          <a:latin typeface="Times New Roman" pitchFamily="18" charset="0"/>
                          <a:cs typeface="Times New Roman" pitchFamily="18" charset="0"/>
                        </a:rPr>
                        <a:t> </a:t>
                      </a:r>
                      <a:r>
                        <a:rPr sz="1200" dirty="0">
                          <a:latin typeface="Times New Roman" pitchFamily="18" charset="0"/>
                          <a:cs typeface="Times New Roman" pitchFamily="18" charset="0"/>
                        </a:rPr>
                        <a:t>2</a:t>
                      </a:r>
                      <a:r>
                        <a:rPr sz="1200" spc="-15" dirty="0">
                          <a:latin typeface="Times New Roman" pitchFamily="18" charset="0"/>
                          <a:cs typeface="Times New Roman" pitchFamily="18" charset="0"/>
                        </a:rPr>
                        <a:t> </a:t>
                      </a:r>
                      <a:r>
                        <a:rPr lang="en-IN" sz="1200" spc="-10" dirty="0" smtClean="0">
                          <a:latin typeface="Times New Roman" pitchFamily="18" charset="0"/>
                          <a:cs typeface="Times New Roman" pitchFamily="18" charset="0"/>
                        </a:rPr>
                        <a:t>(M</a:t>
                      </a:r>
                      <a:r>
                        <a:rPr lang="en-IN" sz="1200" dirty="0" smtClean="0">
                          <a:latin typeface="Times New Roman" pitchFamily="18" charset="0"/>
                          <a:cs typeface="Times New Roman" pitchFamily="18" charset="0"/>
                        </a:rPr>
                        <a:t>C</a:t>
                      </a:r>
                      <a:r>
                        <a:rPr lang="en-IN" sz="1200" spc="-5" dirty="0" smtClean="0">
                          <a:latin typeface="Times New Roman" pitchFamily="18" charset="0"/>
                          <a:cs typeface="Times New Roman" pitchFamily="18" charset="0"/>
                        </a:rPr>
                        <a:t>Q)</a:t>
                      </a:r>
                      <a:endParaRPr lang="en-IN"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endParaRPr sz="1200" dirty="0">
                        <a:latin typeface="Times New Roman" pitchFamily="18" charset="0"/>
                        <a:cs typeface="Times New Roman" pitchFamily="18" charset="0"/>
                      </a:endParaRPr>
                    </a:p>
                    <a:p>
                      <a:pPr marL="11430" marR="152400" algn="just">
                        <a:lnSpc>
                          <a:spcPct val="100000"/>
                        </a:lnSpc>
                        <a:spcBef>
                          <a:spcPts val="1160"/>
                        </a:spcBef>
                      </a:pPr>
                      <a:r>
                        <a:rPr sz="1200" spc="-175" dirty="0">
                          <a:latin typeface="Times New Roman" pitchFamily="18" charset="0"/>
                          <a:cs typeface="Times New Roman" pitchFamily="18" charset="0"/>
                        </a:rPr>
                        <a:t>T</a:t>
                      </a:r>
                      <a:r>
                        <a:rPr sz="1200" dirty="0">
                          <a:latin typeface="Times New Roman" pitchFamily="18" charset="0"/>
                          <a:cs typeface="Times New Roman" pitchFamily="18" charset="0"/>
                        </a:rPr>
                        <a:t>o</a:t>
                      </a:r>
                      <a:r>
                        <a:rPr sz="1200" spc="-15" dirty="0">
                          <a:latin typeface="Times New Roman" pitchFamily="18" charset="0"/>
                          <a:cs typeface="Times New Roman" pitchFamily="18" charset="0"/>
                        </a:rPr>
                        <a:t> </a:t>
                      </a:r>
                      <a:r>
                        <a:rPr sz="1200" spc="-35" dirty="0">
                          <a:latin typeface="Times New Roman" pitchFamily="18" charset="0"/>
                          <a:cs typeface="Times New Roman" pitchFamily="18" charset="0"/>
                        </a:rPr>
                        <a:t>e</a:t>
                      </a:r>
                      <a:r>
                        <a:rPr sz="1200" spc="-25" dirty="0">
                          <a:latin typeface="Times New Roman" pitchFamily="18" charset="0"/>
                          <a:cs typeface="Times New Roman" pitchFamily="18" charset="0"/>
                        </a:rPr>
                        <a:t>v</a:t>
                      </a:r>
                      <a:r>
                        <a:rPr sz="1200" spc="-10" dirty="0">
                          <a:latin typeface="Times New Roman" pitchFamily="18" charset="0"/>
                          <a:cs typeface="Times New Roman" pitchFamily="18" charset="0"/>
                        </a:rPr>
                        <a:t>a</a:t>
                      </a:r>
                      <a:r>
                        <a:rPr sz="1200" spc="-5" dirty="0">
                          <a:latin typeface="Times New Roman" pitchFamily="18" charset="0"/>
                          <a:cs typeface="Times New Roman" pitchFamily="18" charset="0"/>
                        </a:rPr>
                        <a:t>lua</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e</a:t>
                      </a:r>
                      <a:r>
                        <a:rPr sz="1200" spc="-2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10" dirty="0">
                          <a:latin typeface="Times New Roman" pitchFamily="18" charset="0"/>
                          <a:cs typeface="Times New Roman" pitchFamily="18" charset="0"/>
                        </a:rPr>
                        <a:t>c</a:t>
                      </a:r>
                      <a:r>
                        <a:rPr sz="1200" dirty="0">
                          <a:latin typeface="Times New Roman" pitchFamily="18" charset="0"/>
                          <a:cs typeface="Times New Roman" pitchFamily="18" charset="0"/>
                        </a:rPr>
                        <a:t>on</a:t>
                      </a:r>
                      <a:r>
                        <a:rPr sz="1200" spc="-10" dirty="0">
                          <a:latin typeface="Times New Roman" pitchFamily="18" charset="0"/>
                          <a:cs typeface="Times New Roman" pitchFamily="18" charset="0"/>
                        </a:rPr>
                        <a:t>ce</a:t>
                      </a:r>
                      <a:r>
                        <a:rPr sz="1200" dirty="0">
                          <a:latin typeface="Times New Roman" pitchFamily="18" charset="0"/>
                          <a:cs typeface="Times New Roman" pitchFamily="18" charset="0"/>
                        </a:rPr>
                        <a:t>p</a:t>
                      </a:r>
                      <a:r>
                        <a:rPr sz="1200" spc="10" dirty="0">
                          <a:latin typeface="Times New Roman" pitchFamily="18" charset="0"/>
                          <a:cs typeface="Times New Roman" pitchFamily="18" charset="0"/>
                        </a:rPr>
                        <a:t>t</a:t>
                      </a:r>
                      <a:r>
                        <a:rPr sz="1200" dirty="0">
                          <a:latin typeface="Times New Roman" pitchFamily="18" charset="0"/>
                          <a:cs typeface="Times New Roman" pitchFamily="18" charset="0"/>
                        </a:rPr>
                        <a:t>u</a:t>
                      </a:r>
                      <a:r>
                        <a:rPr sz="1200" spc="-5" dirty="0">
                          <a:latin typeface="Times New Roman" pitchFamily="18" charset="0"/>
                          <a:cs typeface="Times New Roman" pitchFamily="18" charset="0"/>
                        </a:rPr>
                        <a:t>a</a:t>
                      </a:r>
                      <a:r>
                        <a:rPr sz="1200" dirty="0">
                          <a:latin typeface="Times New Roman" pitchFamily="18" charset="0"/>
                          <a:cs typeface="Times New Roman" pitchFamily="18" charset="0"/>
                        </a:rPr>
                        <a:t>l</a:t>
                      </a:r>
                      <a:r>
                        <a:rPr sz="1200" spc="-15" dirty="0">
                          <a:latin typeface="Times New Roman" pitchFamily="18" charset="0"/>
                          <a:cs typeface="Times New Roman" pitchFamily="18" charset="0"/>
                        </a:rPr>
                        <a:t> </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  </a:t>
                      </a:r>
                      <a:r>
                        <a:rPr sz="1200" spc="-60" dirty="0">
                          <a:latin typeface="Times New Roman" pitchFamily="18" charset="0"/>
                          <a:cs typeface="Times New Roman" pitchFamily="18" charset="0"/>
                        </a:rPr>
                        <a:t>technical </a:t>
                      </a:r>
                      <a:r>
                        <a:rPr sz="1200" spc="-55" dirty="0">
                          <a:latin typeface="Times New Roman" pitchFamily="18" charset="0"/>
                          <a:cs typeface="Times New Roman" pitchFamily="18" charset="0"/>
                        </a:rPr>
                        <a:t> </a:t>
                      </a:r>
                      <a:r>
                        <a:rPr sz="1200" dirty="0">
                          <a:latin typeface="Times New Roman" pitchFamily="18" charset="0"/>
                          <a:cs typeface="Times New Roman" pitchFamily="18" charset="0"/>
                        </a:rPr>
                        <a:t>und</a:t>
                      </a:r>
                      <a:r>
                        <a:rPr sz="1200" spc="-10" dirty="0">
                          <a:latin typeface="Times New Roman" pitchFamily="18" charset="0"/>
                          <a:cs typeface="Times New Roman" pitchFamily="18" charset="0"/>
                        </a:rPr>
                        <a:t>e</a:t>
                      </a:r>
                      <a:r>
                        <a:rPr sz="1200" spc="15" dirty="0">
                          <a:latin typeface="Times New Roman" pitchFamily="18" charset="0"/>
                          <a:cs typeface="Times New Roman" pitchFamily="18" charset="0"/>
                        </a:rPr>
                        <a:t>r</a:t>
                      </a:r>
                      <a:r>
                        <a:rPr sz="1200" spc="5" dirty="0">
                          <a:latin typeface="Times New Roman" pitchFamily="18" charset="0"/>
                          <a:cs typeface="Times New Roman" pitchFamily="18" charset="0"/>
                        </a:rPr>
                        <a:t>st</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a:t>
                      </a:r>
                      <a:r>
                        <a:rPr sz="1200" spc="-10" dirty="0">
                          <a:latin typeface="Times New Roman" pitchFamily="18" charset="0"/>
                          <a:cs typeface="Times New Roman" pitchFamily="18" charset="0"/>
                        </a:rPr>
                        <a:t>i</a:t>
                      </a:r>
                      <a:r>
                        <a:rPr sz="1200" dirty="0">
                          <a:latin typeface="Times New Roman" pitchFamily="18" charset="0"/>
                          <a:cs typeface="Times New Roman" pitchFamily="18" charset="0"/>
                        </a:rPr>
                        <a:t>ng</a:t>
                      </a:r>
                      <a:r>
                        <a:rPr sz="1200" spc="-35" dirty="0">
                          <a:latin typeface="Times New Roman" pitchFamily="18" charset="0"/>
                          <a:cs typeface="Times New Roman" pitchFamily="18" charset="0"/>
                        </a:rPr>
                        <a:t> </a:t>
                      </a:r>
                      <a:r>
                        <a:rPr sz="1200" dirty="0">
                          <a:latin typeface="Times New Roman" pitchFamily="18" charset="0"/>
                          <a:cs typeface="Times New Roman" pitchFamily="18" charset="0"/>
                        </a:rPr>
                        <a:t>of</a:t>
                      </a:r>
                      <a:r>
                        <a:rPr sz="1200" spc="-1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55" dirty="0">
                          <a:latin typeface="Times New Roman" pitchFamily="18" charset="0"/>
                          <a:cs typeface="Times New Roman" pitchFamily="18" charset="0"/>
                        </a:rPr>
                        <a:t>concepts</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algn="just">
                        <a:lnSpc>
                          <a:spcPts val="1325"/>
                        </a:lnSpc>
                      </a:pPr>
                      <a:r>
                        <a:rPr lang="en-US" sz="1200" spc="-5" dirty="0" smtClean="0">
                          <a:latin typeface="Times New Roman" pitchFamily="18" charset="0"/>
                          <a:cs typeface="Times New Roman" pitchFamily="18" charset="0"/>
                        </a:rPr>
                        <a:t>Three evaluations will be conducted for each CA on OAS platform. Each evaluation will consist of 10 MCQ type questions, with each question carrying 1 mark, making a total of 10 marks per evaluation. Hence, the total marks for one CA will be 30. </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marL="12065" algn="ctr">
                        <a:lnSpc>
                          <a:spcPct val="100000"/>
                        </a:lnSpc>
                        <a:spcBef>
                          <a:spcPts val="820"/>
                        </a:spcBef>
                      </a:pPr>
                      <a:r>
                        <a:rPr sz="1200" spc="-70" dirty="0">
                          <a:latin typeface="Times New Roman" pitchFamily="18" charset="0"/>
                          <a:cs typeface="Times New Roman" pitchFamily="18" charset="0"/>
                        </a:rPr>
                        <a:t>Individual</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r>
                        <a:rPr lang="en-US" sz="1200" spc="-60" dirty="0" smtClean="0">
                          <a:latin typeface="Times New Roman" pitchFamily="18" charset="0"/>
                          <a:cs typeface="Times New Roman" pitchFamily="18" charset="0"/>
                        </a:rPr>
                        <a:t>Online</a:t>
                      </a:r>
                      <a:endParaRPr lang="en-US"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marL="12700" algn="ctr">
                        <a:lnSpc>
                          <a:spcPct val="100000"/>
                        </a:lnSpc>
                        <a:spcBef>
                          <a:spcPts val="820"/>
                        </a:spcBef>
                      </a:pPr>
                      <a:r>
                        <a:rPr sz="1200" spc="-55" dirty="0">
                          <a:latin typeface="Times New Roman" pitchFamily="18" charset="0"/>
                          <a:cs typeface="Times New Roman" pitchFamily="18" charset="0"/>
                        </a:rPr>
                        <a:t>30</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1815688">
                <a:tc>
                  <a:txBody>
                    <a:bodyPr/>
                    <a:lstStyle/>
                    <a:p>
                      <a:pPr>
                        <a:lnSpc>
                          <a:spcPct val="100000"/>
                        </a:lnSpc>
                      </a:pPr>
                      <a:endParaRPr sz="1200" dirty="0">
                        <a:latin typeface="Times New Roman" pitchFamily="18" charset="0"/>
                        <a:cs typeface="Times New Roman" pitchFamily="18" charset="0"/>
                      </a:endParaRPr>
                    </a:p>
                    <a:p>
                      <a:pPr>
                        <a:lnSpc>
                          <a:spcPct val="100000"/>
                        </a:lnSpc>
                      </a:pPr>
                      <a:endParaRPr sz="1200" dirty="0">
                        <a:latin typeface="Times New Roman" pitchFamily="18" charset="0"/>
                        <a:cs typeface="Times New Roman" pitchFamily="18" charset="0"/>
                      </a:endParaRPr>
                    </a:p>
                    <a:p>
                      <a:pPr>
                        <a:lnSpc>
                          <a:spcPct val="100000"/>
                        </a:lnSpc>
                        <a:spcBef>
                          <a:spcPts val="45"/>
                        </a:spcBef>
                      </a:pPr>
                      <a:endParaRPr sz="1200" dirty="0">
                        <a:latin typeface="Times New Roman" pitchFamily="18" charset="0"/>
                        <a:cs typeface="Times New Roman" pitchFamily="18" charset="0"/>
                      </a:endParaRPr>
                    </a:p>
                    <a:p>
                      <a:pPr marL="10795">
                        <a:lnSpc>
                          <a:spcPct val="100000"/>
                        </a:lnSpc>
                      </a:pPr>
                      <a:r>
                        <a:rPr sz="1200" spc="-105" dirty="0">
                          <a:latin typeface="Times New Roman" pitchFamily="18" charset="0"/>
                          <a:cs typeface="Times New Roman" pitchFamily="18" charset="0"/>
                        </a:rPr>
                        <a:t>T</a:t>
                      </a:r>
                      <a:r>
                        <a:rPr sz="1200" spc="-15" dirty="0">
                          <a:latin typeface="Times New Roman" pitchFamily="18" charset="0"/>
                          <a:cs typeface="Times New Roman" pitchFamily="18" charset="0"/>
                        </a:rPr>
                        <a:t>e</a:t>
                      </a:r>
                      <a:r>
                        <a:rPr sz="1200" spc="-10" dirty="0">
                          <a:latin typeface="Times New Roman" pitchFamily="18" charset="0"/>
                          <a:cs typeface="Times New Roman" pitchFamily="18" charset="0"/>
                        </a:rPr>
                        <a:t>s</a:t>
                      </a:r>
                      <a:r>
                        <a:rPr sz="1200" dirty="0">
                          <a:latin typeface="Times New Roman" pitchFamily="18" charset="0"/>
                          <a:cs typeface="Times New Roman" pitchFamily="18" charset="0"/>
                        </a:rPr>
                        <a:t>t</a:t>
                      </a:r>
                      <a:r>
                        <a:rPr sz="1200" spc="-20" dirty="0">
                          <a:latin typeface="Times New Roman" pitchFamily="18" charset="0"/>
                          <a:cs typeface="Times New Roman" pitchFamily="18" charset="0"/>
                        </a:rPr>
                        <a:t> </a:t>
                      </a:r>
                      <a:r>
                        <a:rPr sz="1200" dirty="0">
                          <a:latin typeface="Times New Roman" pitchFamily="18" charset="0"/>
                          <a:cs typeface="Times New Roman" pitchFamily="18" charset="0"/>
                        </a:rPr>
                        <a:t>3</a:t>
                      </a:r>
                      <a:r>
                        <a:rPr sz="1200" spc="-15" dirty="0">
                          <a:latin typeface="Times New Roman" pitchFamily="18" charset="0"/>
                          <a:cs typeface="Times New Roman" pitchFamily="18" charset="0"/>
                        </a:rPr>
                        <a:t> </a:t>
                      </a:r>
                      <a:r>
                        <a:rPr lang="en-IN" sz="1200" spc="-10" dirty="0" smtClean="0">
                          <a:latin typeface="Times New Roman" pitchFamily="18" charset="0"/>
                          <a:cs typeface="Times New Roman" pitchFamily="18" charset="0"/>
                        </a:rPr>
                        <a:t>(M</a:t>
                      </a:r>
                      <a:r>
                        <a:rPr lang="en-IN" sz="1200" dirty="0" smtClean="0">
                          <a:latin typeface="Times New Roman" pitchFamily="18" charset="0"/>
                          <a:cs typeface="Times New Roman" pitchFamily="18" charset="0"/>
                        </a:rPr>
                        <a:t>C</a:t>
                      </a:r>
                      <a:r>
                        <a:rPr lang="en-IN" sz="1200" spc="-5" dirty="0" smtClean="0">
                          <a:latin typeface="Times New Roman" pitchFamily="18" charset="0"/>
                          <a:cs typeface="Times New Roman" pitchFamily="18" charset="0"/>
                        </a:rPr>
                        <a:t>Q)</a:t>
                      </a:r>
                      <a:endParaRPr lang="en-IN"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endParaRPr sz="1200" dirty="0">
                        <a:latin typeface="Times New Roman" pitchFamily="18" charset="0"/>
                        <a:cs typeface="Times New Roman" pitchFamily="18" charset="0"/>
                      </a:endParaRPr>
                    </a:p>
                    <a:p>
                      <a:pPr marL="11430" marR="152400" algn="just">
                        <a:lnSpc>
                          <a:spcPct val="100000"/>
                        </a:lnSpc>
                        <a:spcBef>
                          <a:spcPts val="1165"/>
                        </a:spcBef>
                      </a:pPr>
                      <a:r>
                        <a:rPr sz="1200" spc="-175" dirty="0">
                          <a:latin typeface="Times New Roman" pitchFamily="18" charset="0"/>
                          <a:cs typeface="Times New Roman" pitchFamily="18" charset="0"/>
                        </a:rPr>
                        <a:t>T</a:t>
                      </a:r>
                      <a:r>
                        <a:rPr sz="1200" dirty="0">
                          <a:latin typeface="Times New Roman" pitchFamily="18" charset="0"/>
                          <a:cs typeface="Times New Roman" pitchFamily="18" charset="0"/>
                        </a:rPr>
                        <a:t>o</a:t>
                      </a:r>
                      <a:r>
                        <a:rPr sz="1200" spc="-15" dirty="0">
                          <a:latin typeface="Times New Roman" pitchFamily="18" charset="0"/>
                          <a:cs typeface="Times New Roman" pitchFamily="18" charset="0"/>
                        </a:rPr>
                        <a:t> </a:t>
                      </a:r>
                      <a:r>
                        <a:rPr sz="1200" spc="-35" dirty="0">
                          <a:latin typeface="Times New Roman" pitchFamily="18" charset="0"/>
                          <a:cs typeface="Times New Roman" pitchFamily="18" charset="0"/>
                        </a:rPr>
                        <a:t>e</a:t>
                      </a:r>
                      <a:r>
                        <a:rPr sz="1200" spc="-25" dirty="0">
                          <a:latin typeface="Times New Roman" pitchFamily="18" charset="0"/>
                          <a:cs typeface="Times New Roman" pitchFamily="18" charset="0"/>
                        </a:rPr>
                        <a:t>v</a:t>
                      </a:r>
                      <a:r>
                        <a:rPr sz="1200" spc="-10" dirty="0">
                          <a:latin typeface="Times New Roman" pitchFamily="18" charset="0"/>
                          <a:cs typeface="Times New Roman" pitchFamily="18" charset="0"/>
                        </a:rPr>
                        <a:t>a</a:t>
                      </a:r>
                      <a:r>
                        <a:rPr sz="1200" spc="-5" dirty="0">
                          <a:latin typeface="Times New Roman" pitchFamily="18" charset="0"/>
                          <a:cs typeface="Times New Roman" pitchFamily="18" charset="0"/>
                        </a:rPr>
                        <a:t>lua</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e</a:t>
                      </a:r>
                      <a:r>
                        <a:rPr sz="1200" spc="-2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10" dirty="0">
                          <a:latin typeface="Times New Roman" pitchFamily="18" charset="0"/>
                          <a:cs typeface="Times New Roman" pitchFamily="18" charset="0"/>
                        </a:rPr>
                        <a:t>c</a:t>
                      </a:r>
                      <a:r>
                        <a:rPr sz="1200" dirty="0">
                          <a:latin typeface="Times New Roman" pitchFamily="18" charset="0"/>
                          <a:cs typeface="Times New Roman" pitchFamily="18" charset="0"/>
                        </a:rPr>
                        <a:t>on</a:t>
                      </a:r>
                      <a:r>
                        <a:rPr sz="1200" spc="-10" dirty="0">
                          <a:latin typeface="Times New Roman" pitchFamily="18" charset="0"/>
                          <a:cs typeface="Times New Roman" pitchFamily="18" charset="0"/>
                        </a:rPr>
                        <a:t>ce</a:t>
                      </a:r>
                      <a:r>
                        <a:rPr sz="1200" dirty="0">
                          <a:latin typeface="Times New Roman" pitchFamily="18" charset="0"/>
                          <a:cs typeface="Times New Roman" pitchFamily="18" charset="0"/>
                        </a:rPr>
                        <a:t>p</a:t>
                      </a:r>
                      <a:r>
                        <a:rPr sz="1200" spc="10" dirty="0">
                          <a:latin typeface="Times New Roman" pitchFamily="18" charset="0"/>
                          <a:cs typeface="Times New Roman" pitchFamily="18" charset="0"/>
                        </a:rPr>
                        <a:t>t</a:t>
                      </a:r>
                      <a:r>
                        <a:rPr sz="1200" dirty="0">
                          <a:latin typeface="Times New Roman" pitchFamily="18" charset="0"/>
                          <a:cs typeface="Times New Roman" pitchFamily="18" charset="0"/>
                        </a:rPr>
                        <a:t>u</a:t>
                      </a:r>
                      <a:r>
                        <a:rPr sz="1200" spc="-5" dirty="0">
                          <a:latin typeface="Times New Roman" pitchFamily="18" charset="0"/>
                          <a:cs typeface="Times New Roman" pitchFamily="18" charset="0"/>
                        </a:rPr>
                        <a:t>a</a:t>
                      </a:r>
                      <a:r>
                        <a:rPr sz="1200" dirty="0">
                          <a:latin typeface="Times New Roman" pitchFamily="18" charset="0"/>
                          <a:cs typeface="Times New Roman" pitchFamily="18" charset="0"/>
                        </a:rPr>
                        <a:t>l</a:t>
                      </a:r>
                      <a:r>
                        <a:rPr sz="1200" spc="-15" dirty="0">
                          <a:latin typeface="Times New Roman" pitchFamily="18" charset="0"/>
                          <a:cs typeface="Times New Roman" pitchFamily="18" charset="0"/>
                        </a:rPr>
                        <a:t> </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  </a:t>
                      </a:r>
                      <a:r>
                        <a:rPr sz="1200" spc="-60" dirty="0">
                          <a:latin typeface="Times New Roman" pitchFamily="18" charset="0"/>
                          <a:cs typeface="Times New Roman" pitchFamily="18" charset="0"/>
                        </a:rPr>
                        <a:t>technical </a:t>
                      </a:r>
                      <a:r>
                        <a:rPr sz="1200" spc="-55" dirty="0">
                          <a:latin typeface="Times New Roman" pitchFamily="18" charset="0"/>
                          <a:cs typeface="Times New Roman" pitchFamily="18" charset="0"/>
                        </a:rPr>
                        <a:t> </a:t>
                      </a:r>
                      <a:r>
                        <a:rPr sz="1200" dirty="0">
                          <a:latin typeface="Times New Roman" pitchFamily="18" charset="0"/>
                          <a:cs typeface="Times New Roman" pitchFamily="18" charset="0"/>
                        </a:rPr>
                        <a:t>und</a:t>
                      </a:r>
                      <a:r>
                        <a:rPr sz="1200" spc="-5" dirty="0">
                          <a:latin typeface="Times New Roman" pitchFamily="18" charset="0"/>
                          <a:cs typeface="Times New Roman" pitchFamily="18" charset="0"/>
                        </a:rPr>
                        <a:t>e</a:t>
                      </a:r>
                      <a:r>
                        <a:rPr sz="1200" spc="15" dirty="0">
                          <a:latin typeface="Times New Roman" pitchFamily="18" charset="0"/>
                          <a:cs typeface="Times New Roman" pitchFamily="18" charset="0"/>
                        </a:rPr>
                        <a:t>r</a:t>
                      </a:r>
                      <a:r>
                        <a:rPr sz="1200" spc="5" dirty="0">
                          <a:latin typeface="Times New Roman" pitchFamily="18" charset="0"/>
                          <a:cs typeface="Times New Roman" pitchFamily="18" charset="0"/>
                        </a:rPr>
                        <a:t>st</a:t>
                      </a:r>
                      <a:r>
                        <a:rPr sz="1200" spc="-10" dirty="0">
                          <a:latin typeface="Times New Roman" pitchFamily="18" charset="0"/>
                          <a:cs typeface="Times New Roman" pitchFamily="18" charset="0"/>
                        </a:rPr>
                        <a:t>a</a:t>
                      </a:r>
                      <a:r>
                        <a:rPr sz="1200" dirty="0">
                          <a:latin typeface="Times New Roman" pitchFamily="18" charset="0"/>
                          <a:cs typeface="Times New Roman" pitchFamily="18" charset="0"/>
                        </a:rPr>
                        <a:t>nd</a:t>
                      </a:r>
                      <a:r>
                        <a:rPr sz="1200" spc="-15" dirty="0">
                          <a:latin typeface="Times New Roman" pitchFamily="18" charset="0"/>
                          <a:cs typeface="Times New Roman" pitchFamily="18" charset="0"/>
                        </a:rPr>
                        <a:t>i</a:t>
                      </a:r>
                      <a:r>
                        <a:rPr sz="1200" dirty="0">
                          <a:latin typeface="Times New Roman" pitchFamily="18" charset="0"/>
                          <a:cs typeface="Times New Roman" pitchFamily="18" charset="0"/>
                        </a:rPr>
                        <a:t>ng</a:t>
                      </a:r>
                      <a:r>
                        <a:rPr sz="1200" spc="-35" dirty="0">
                          <a:latin typeface="Times New Roman" pitchFamily="18" charset="0"/>
                          <a:cs typeface="Times New Roman" pitchFamily="18" charset="0"/>
                        </a:rPr>
                        <a:t> </a:t>
                      </a:r>
                      <a:r>
                        <a:rPr sz="1200" dirty="0">
                          <a:latin typeface="Times New Roman" pitchFamily="18" charset="0"/>
                          <a:cs typeface="Times New Roman" pitchFamily="18" charset="0"/>
                        </a:rPr>
                        <a:t>of</a:t>
                      </a:r>
                      <a:r>
                        <a:rPr sz="1200" spc="-15" dirty="0">
                          <a:latin typeface="Times New Roman" pitchFamily="18" charset="0"/>
                          <a:cs typeface="Times New Roman" pitchFamily="18" charset="0"/>
                        </a:rPr>
                        <a:t> </a:t>
                      </a:r>
                      <a:r>
                        <a:rPr sz="1200" spc="5" dirty="0">
                          <a:latin typeface="Times New Roman" pitchFamily="18" charset="0"/>
                          <a:cs typeface="Times New Roman" pitchFamily="18" charset="0"/>
                        </a:rPr>
                        <a:t>t</a:t>
                      </a:r>
                      <a:r>
                        <a:rPr sz="1200" dirty="0">
                          <a:latin typeface="Times New Roman" pitchFamily="18" charset="0"/>
                          <a:cs typeface="Times New Roman" pitchFamily="18" charset="0"/>
                        </a:rPr>
                        <a:t>he  </a:t>
                      </a:r>
                      <a:r>
                        <a:rPr sz="1200" spc="-55" dirty="0">
                          <a:latin typeface="Times New Roman" pitchFamily="18" charset="0"/>
                          <a:cs typeface="Times New Roman" pitchFamily="18" charset="0"/>
                        </a:rPr>
                        <a:t>concepts</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algn="just">
                        <a:lnSpc>
                          <a:spcPts val="1330"/>
                        </a:lnSpc>
                      </a:pPr>
                      <a:r>
                        <a:rPr lang="en-US" sz="1200" spc="-5" dirty="0" smtClean="0">
                          <a:latin typeface="Times New Roman" pitchFamily="18" charset="0"/>
                          <a:cs typeface="Times New Roman" pitchFamily="18" charset="0"/>
                        </a:rPr>
                        <a:t>Three evaluations will be conducted for each CA on OAS platform. Each evaluation will consist of 10 MCQ type questions, with each question carrying 1 mark, making a total of 10 marks per evaluation. Hence, the total marks for one CA will be 30. </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marL="12065" algn="ctr">
                        <a:lnSpc>
                          <a:spcPct val="100000"/>
                        </a:lnSpc>
                        <a:spcBef>
                          <a:spcPts val="825"/>
                        </a:spcBef>
                      </a:pPr>
                      <a:r>
                        <a:rPr sz="1200" spc="-70" dirty="0">
                          <a:latin typeface="Times New Roman" pitchFamily="18" charset="0"/>
                          <a:cs typeface="Times New Roman" pitchFamily="18" charset="0"/>
                        </a:rPr>
                        <a:t>Individual</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endParaRPr lang="en-US" sz="1200" spc="-60" dirty="0" smtClean="0">
                        <a:latin typeface="Times New Roman" pitchFamily="18" charset="0"/>
                        <a:cs typeface="Times New Roman" pitchFamily="18" charset="0"/>
                      </a:endParaRPr>
                    </a:p>
                    <a:p>
                      <a:pPr marL="12700" algn="ctr">
                        <a:lnSpc>
                          <a:spcPct val="100000"/>
                        </a:lnSpc>
                      </a:pPr>
                      <a:r>
                        <a:rPr lang="en-US" sz="1200" spc="-60" dirty="0" smtClean="0">
                          <a:latin typeface="Times New Roman" pitchFamily="18" charset="0"/>
                          <a:cs typeface="Times New Roman" pitchFamily="18" charset="0"/>
                        </a:rPr>
                        <a:t>Online</a:t>
                      </a:r>
                      <a:endParaRPr lang="en-US"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marL="12700" algn="ctr">
                        <a:lnSpc>
                          <a:spcPct val="100000"/>
                        </a:lnSpc>
                        <a:spcBef>
                          <a:spcPts val="825"/>
                        </a:spcBef>
                      </a:pPr>
                      <a:r>
                        <a:rPr sz="1200" spc="-50" dirty="0">
                          <a:latin typeface="Times New Roman" pitchFamily="18" charset="0"/>
                          <a:cs typeface="Times New Roman" pitchFamily="18" charset="0"/>
                        </a:rPr>
                        <a:t>30</a:t>
                      </a: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pPr>
                      <a:endParaRPr sz="1200" dirty="0">
                        <a:latin typeface="Times New Roman" pitchFamily="18" charset="0"/>
                        <a:cs typeface="Times New Roman" pitchFamily="18" charset="0"/>
                      </a:endParaRPr>
                    </a:p>
                    <a:p>
                      <a:pPr algn="ctr">
                        <a:lnSpc>
                          <a:spcPct val="100000"/>
                        </a:lnSpc>
                        <a:spcBef>
                          <a:spcPts val="45"/>
                        </a:spcBef>
                      </a:pPr>
                      <a:endParaRPr sz="1200" dirty="0">
                        <a:latin typeface="Times New Roman" pitchFamily="18" charset="0"/>
                        <a:cs typeface="Times New Roman" pitchFamily="18" charset="0"/>
                      </a:endParaRPr>
                    </a:p>
                    <a:p>
                      <a:pPr marL="539750" algn="ctr">
                        <a:lnSpc>
                          <a:spcPts val="1090"/>
                        </a:lnSpc>
                      </a:pPr>
                      <a:r>
                        <a:rPr sz="1200" spc="-5" dirty="0">
                          <a:latin typeface="Times New Roman" pitchFamily="18" charset="0"/>
                          <a:cs typeface="Times New Roman" pitchFamily="18" charset="0"/>
                        </a:rPr>
                        <a:t>7/27/2023</a:t>
                      </a:r>
                      <a:endParaRPr sz="1200" dirty="0">
                        <a:latin typeface="Times New Roman" pitchFamily="18" charset="0"/>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pic>
        <p:nvPicPr>
          <p:cNvPr id="4" name="object 5">
            <a:extLst>
              <a:ext uri="{FF2B5EF4-FFF2-40B4-BE49-F238E27FC236}">
                <a16:creationId xmlns="" xmlns:a16="http://schemas.microsoft.com/office/drawing/2014/main" id="{7DA0442C-DAE1-53C2-4903-9124E798C778}"/>
              </a:ext>
            </a:extLst>
          </p:cNvPr>
          <p:cNvPicPr/>
          <p:nvPr/>
        </p:nvPicPr>
        <p:blipFill>
          <a:blip r:embed="rId2" cstate="print"/>
          <a:stretch>
            <a:fillRect/>
          </a:stretch>
        </p:blipFill>
        <p:spPr>
          <a:xfrm>
            <a:off x="7391400" y="85343"/>
            <a:ext cx="1676400" cy="679703"/>
          </a:xfrm>
          <a:prstGeom prst="rect">
            <a:avLst/>
          </a:prstGeom>
        </p:spPr>
      </p:pic>
    </p:spTree>
    <p:extLst>
      <p:ext uri="{BB962C8B-B14F-4D97-AF65-F5344CB8AC3E}">
        <p14:creationId xmlns:p14="http://schemas.microsoft.com/office/powerpoint/2010/main" val="1052763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4E55CE-FF05-3B04-A096-4AF76D7A89C5}"/>
              </a:ext>
            </a:extLst>
          </p:cNvPr>
          <p:cNvSpPr>
            <a:spLocks noGrp="1"/>
          </p:cNvSpPr>
          <p:nvPr>
            <p:ph type="title"/>
          </p:nvPr>
        </p:nvSpPr>
        <p:spPr>
          <a:xfrm>
            <a:off x="688644" y="258903"/>
            <a:ext cx="6169356" cy="1477328"/>
          </a:xfrm>
        </p:spPr>
        <p:txBody>
          <a:bodyPr/>
          <a:lstStyle/>
          <a:p>
            <a:pPr algn="ctr"/>
            <a:r>
              <a:rPr lang="en-US" b="1" dirty="0">
                <a:latin typeface="Times New Roman" panose="02020603050405020304" pitchFamily="18" charset="0"/>
                <a:cs typeface="Times New Roman" panose="02020603050405020304" pitchFamily="18" charset="0"/>
              </a:rPr>
              <a:t>Revised Bloom’s Taxonomy</a:t>
            </a:r>
            <a:endParaRPr lang="en-IN" b="1" dirty="0"/>
          </a:p>
        </p:txBody>
      </p:sp>
      <p:pic>
        <p:nvPicPr>
          <p:cNvPr id="4" name="Picture 2" descr="revised Bloom's Taxonomy">
            <a:extLst>
              <a:ext uri="{FF2B5EF4-FFF2-40B4-BE49-F238E27FC236}">
                <a16:creationId xmlns="" xmlns:a16="http://schemas.microsoft.com/office/drawing/2014/main" id="{C74DD5E7-6984-2189-7791-C69E33DF91B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808"/>
          <a:stretch/>
        </p:blipFill>
        <p:spPr bwMode="auto">
          <a:xfrm>
            <a:off x="1676400" y="2057400"/>
            <a:ext cx="5251076" cy="394897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object 5">
            <a:extLst>
              <a:ext uri="{FF2B5EF4-FFF2-40B4-BE49-F238E27FC236}">
                <a16:creationId xmlns="" xmlns:a16="http://schemas.microsoft.com/office/drawing/2014/main" id="{C347D7C2-2376-C7A1-A48F-F9E188F3369C}"/>
              </a:ext>
            </a:extLst>
          </p:cNvPr>
          <p:cNvPicPr/>
          <p:nvPr/>
        </p:nvPicPr>
        <p:blipFill>
          <a:blip r:embed="rId3" cstate="print"/>
          <a:stretch>
            <a:fillRect/>
          </a:stretch>
        </p:blipFill>
        <p:spPr>
          <a:xfrm>
            <a:off x="7391400" y="85343"/>
            <a:ext cx="1676400" cy="679703"/>
          </a:xfrm>
          <a:prstGeom prst="rect">
            <a:avLst/>
          </a:prstGeom>
        </p:spPr>
      </p:pic>
    </p:spTree>
    <p:extLst>
      <p:ext uri="{BB962C8B-B14F-4D97-AF65-F5344CB8AC3E}">
        <p14:creationId xmlns:p14="http://schemas.microsoft.com/office/powerpoint/2010/main" val="3331148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5681269"/>
            <a:ext cx="3178810" cy="1000125"/>
          </a:xfrm>
          <a:prstGeom prst="rect">
            <a:avLst/>
          </a:prstGeom>
        </p:spPr>
        <p:txBody>
          <a:bodyPr vert="horz" wrap="square" lIns="0" tIns="11430" rIns="0" bIns="0" rtlCol="0">
            <a:spAutoFit/>
          </a:bodyPr>
          <a:lstStyle/>
          <a:p>
            <a:pPr marL="12700">
              <a:lnSpc>
                <a:spcPct val="100000"/>
              </a:lnSpc>
              <a:spcBef>
                <a:spcPts val="90"/>
              </a:spcBef>
              <a:tabLst>
                <a:tab pos="1956435" algn="l"/>
              </a:tabLst>
            </a:pPr>
            <a:r>
              <a:rPr sz="3200" spc="-45" dirty="0">
                <a:solidFill>
                  <a:srgbClr val="696363"/>
                </a:solidFill>
                <a:latin typeface="Franklin Gothic Medium"/>
                <a:cs typeface="Franklin Gothic Medium"/>
              </a:rPr>
              <a:t>Reference	</a:t>
            </a:r>
            <a:r>
              <a:rPr sz="3200" spc="-55" dirty="0">
                <a:solidFill>
                  <a:srgbClr val="696363"/>
                </a:solidFill>
                <a:latin typeface="Franklin Gothic Medium"/>
                <a:cs typeface="Franklin Gothic Medium"/>
              </a:rPr>
              <a:t>Book</a:t>
            </a:r>
            <a:r>
              <a:rPr sz="3200" spc="-60" dirty="0">
                <a:solidFill>
                  <a:srgbClr val="696363"/>
                </a:solidFill>
                <a:latin typeface="Franklin Gothic Medium"/>
                <a:cs typeface="Franklin Gothic Medium"/>
              </a:rPr>
              <a:t> </a:t>
            </a:r>
            <a:r>
              <a:rPr sz="3200" spc="-5" dirty="0">
                <a:solidFill>
                  <a:srgbClr val="696363"/>
                </a:solidFill>
                <a:latin typeface="Franklin Gothic Medium"/>
                <a:cs typeface="Franklin Gothic Medium"/>
              </a:rPr>
              <a:t>1</a:t>
            </a:r>
            <a:endParaRPr sz="3200" dirty="0">
              <a:latin typeface="Franklin Gothic Medium"/>
              <a:cs typeface="Franklin Gothic Medium"/>
            </a:endParaRPr>
          </a:p>
          <a:p>
            <a:pPr marL="12700">
              <a:lnSpc>
                <a:spcPct val="100000"/>
              </a:lnSpc>
            </a:pPr>
            <a:r>
              <a:rPr sz="3200" spc="10" dirty="0">
                <a:solidFill>
                  <a:srgbClr val="696363"/>
                </a:solidFill>
                <a:latin typeface="Franklin Gothic Medium"/>
                <a:cs typeface="Franklin Gothic Medium"/>
              </a:rPr>
              <a:t>Ed</a:t>
            </a:r>
            <a:r>
              <a:rPr sz="3200" spc="-45" dirty="0">
                <a:solidFill>
                  <a:srgbClr val="696363"/>
                </a:solidFill>
                <a:latin typeface="Franklin Gothic Medium"/>
                <a:cs typeface="Franklin Gothic Medium"/>
              </a:rPr>
              <a:t> </a:t>
            </a:r>
            <a:r>
              <a:rPr sz="3200" spc="-5" dirty="0">
                <a:solidFill>
                  <a:srgbClr val="696363"/>
                </a:solidFill>
                <a:latin typeface="Franklin Gothic Medium"/>
                <a:cs typeface="Franklin Gothic Medium"/>
              </a:rPr>
              <a:t>5</a:t>
            </a:r>
            <a:endParaRPr sz="3200" dirty="0">
              <a:latin typeface="Franklin Gothic Medium"/>
              <a:cs typeface="Franklin Gothic Medium"/>
            </a:endParaRPr>
          </a:p>
        </p:txBody>
      </p:sp>
      <p:sp>
        <p:nvSpPr>
          <p:cNvPr id="3" name="object 3"/>
          <p:cNvSpPr txBox="1"/>
          <p:nvPr/>
        </p:nvSpPr>
        <p:spPr>
          <a:xfrm>
            <a:off x="5791200" y="5675407"/>
            <a:ext cx="1927860" cy="589280"/>
          </a:xfrm>
          <a:prstGeom prst="rect">
            <a:avLst/>
          </a:prstGeom>
        </p:spPr>
        <p:txBody>
          <a:bodyPr vert="horz" wrap="square" lIns="0" tIns="12065" rIns="0" bIns="0" rtlCol="0">
            <a:spAutoFit/>
          </a:bodyPr>
          <a:lstStyle/>
          <a:p>
            <a:pPr marL="12700">
              <a:lnSpc>
                <a:spcPct val="100000"/>
              </a:lnSpc>
              <a:spcBef>
                <a:spcPts val="95"/>
              </a:spcBef>
            </a:pPr>
            <a:r>
              <a:rPr sz="3700" spc="-114" dirty="0">
                <a:solidFill>
                  <a:srgbClr val="696363"/>
                </a:solidFill>
                <a:latin typeface="Franklin Gothic Medium"/>
                <a:cs typeface="Franklin Gothic Medium"/>
              </a:rPr>
              <a:t>Text</a:t>
            </a:r>
            <a:r>
              <a:rPr sz="3700" spc="-60" dirty="0">
                <a:solidFill>
                  <a:srgbClr val="696363"/>
                </a:solidFill>
                <a:latin typeface="Franklin Gothic Medium"/>
                <a:cs typeface="Franklin Gothic Medium"/>
              </a:rPr>
              <a:t> </a:t>
            </a:r>
            <a:r>
              <a:rPr sz="3700" spc="-55" dirty="0">
                <a:solidFill>
                  <a:srgbClr val="696363"/>
                </a:solidFill>
                <a:latin typeface="Franklin Gothic Medium"/>
                <a:cs typeface="Franklin Gothic Medium"/>
              </a:rPr>
              <a:t>Book</a:t>
            </a:r>
            <a:endParaRPr sz="3700" dirty="0">
              <a:latin typeface="Franklin Gothic Medium"/>
              <a:cs typeface="Franklin Gothic Medium"/>
            </a:endParaRPr>
          </a:p>
        </p:txBody>
      </p:sp>
      <p:pic>
        <p:nvPicPr>
          <p:cNvPr id="4" name="object 4"/>
          <p:cNvPicPr/>
          <p:nvPr/>
        </p:nvPicPr>
        <p:blipFill>
          <a:blip r:embed="rId2" cstate="print"/>
          <a:stretch>
            <a:fillRect/>
          </a:stretch>
        </p:blipFill>
        <p:spPr>
          <a:xfrm>
            <a:off x="622045" y="932250"/>
            <a:ext cx="7964424" cy="472440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pic>
        <p:nvPicPr>
          <p:cNvPr id="6" name="object 5">
            <a:extLst>
              <a:ext uri="{FF2B5EF4-FFF2-40B4-BE49-F238E27FC236}">
                <a16:creationId xmlns="" xmlns:a16="http://schemas.microsoft.com/office/drawing/2014/main" id="{60914B54-563B-C9C9-FE24-11D5CFDFE2B4}"/>
              </a:ext>
            </a:extLst>
          </p:cNvPr>
          <p:cNvPicPr/>
          <p:nvPr/>
        </p:nvPicPr>
        <p:blipFill>
          <a:blip r:embed="rId3" cstate="print"/>
          <a:stretch>
            <a:fillRect/>
          </a:stretch>
        </p:blipFill>
        <p:spPr>
          <a:xfrm>
            <a:off x="7391400" y="85343"/>
            <a:ext cx="1676400" cy="67970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24"/>
            <a:ext cx="3822700" cy="636905"/>
          </a:xfrm>
          <a:prstGeom prst="rect">
            <a:avLst/>
          </a:prstGeom>
        </p:spPr>
        <p:txBody>
          <a:bodyPr vert="horz" wrap="square" lIns="0" tIns="13970" rIns="0" bIns="0" rtlCol="0">
            <a:spAutoFit/>
          </a:bodyPr>
          <a:lstStyle/>
          <a:p>
            <a:pPr marL="12700">
              <a:lnSpc>
                <a:spcPct val="100000"/>
              </a:lnSpc>
              <a:spcBef>
                <a:spcPts val="110"/>
              </a:spcBef>
            </a:pPr>
            <a:r>
              <a:rPr sz="4000" spc="-5" dirty="0"/>
              <a:t>Course</a:t>
            </a:r>
            <a:r>
              <a:rPr sz="4000" spc="-105" dirty="0"/>
              <a:t> </a:t>
            </a:r>
            <a:r>
              <a:rPr sz="4000" spc="-40" dirty="0"/>
              <a:t>Outcomes</a:t>
            </a:r>
            <a:endParaRPr sz="40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
        <p:nvSpPr>
          <p:cNvPr id="5" name="TextBox 4">
            <a:extLst>
              <a:ext uri="{FF2B5EF4-FFF2-40B4-BE49-F238E27FC236}">
                <a16:creationId xmlns="" xmlns:a16="http://schemas.microsoft.com/office/drawing/2014/main" id="{6C73EA6A-D43B-20A5-52BF-D9983A4E52A6}"/>
              </a:ext>
            </a:extLst>
          </p:cNvPr>
          <p:cNvSpPr txBox="1"/>
          <p:nvPr/>
        </p:nvSpPr>
        <p:spPr>
          <a:xfrm>
            <a:off x="993444" y="2133600"/>
            <a:ext cx="7159956" cy="3139321"/>
          </a:xfrm>
          <a:prstGeom prst="rect">
            <a:avLst/>
          </a:prstGeom>
          <a:noFill/>
        </p:spPr>
        <p:txBody>
          <a:bodyPr wrap="square" rtlCol="0">
            <a:spAutoFit/>
          </a:bodyPr>
          <a:lstStyle/>
          <a:p>
            <a:pPr algn="just"/>
            <a:r>
              <a:rPr lang="en-US" dirty="0">
                <a:latin typeface="Times New Roman" pitchFamily="18" charset="0"/>
                <a:cs typeface="Times New Roman" pitchFamily="18" charset="0"/>
              </a:rPr>
              <a:t>CO:1 Recognize various network hardware component and their topologies</a:t>
            </a:r>
          </a:p>
          <a:p>
            <a:pPr algn="just"/>
            <a:r>
              <a:rPr lang="en-US" dirty="0">
                <a:latin typeface="Times New Roman" pitchFamily="18" charset="0"/>
                <a:cs typeface="Times New Roman" pitchFamily="18" charset="0"/>
              </a:rPr>
              <a:t>CO:2 Interpret the concept of data communication modulation and multiplexing in the physical layer.</a:t>
            </a:r>
          </a:p>
          <a:p>
            <a:pPr algn="just"/>
            <a:r>
              <a:rPr lang="en-US" dirty="0">
                <a:latin typeface="Times New Roman" pitchFamily="18" charset="0"/>
                <a:cs typeface="Times New Roman" pitchFamily="18" charset="0"/>
              </a:rPr>
              <a:t>CO:3 Apply principles of data link layer design and employ multiple access protocols in the network setups.</a:t>
            </a:r>
          </a:p>
          <a:p>
            <a:pPr algn="just"/>
            <a:r>
              <a:rPr lang="en-US" dirty="0">
                <a:latin typeface="Times New Roman" pitchFamily="18" charset="0"/>
                <a:cs typeface="Times New Roman" pitchFamily="18" charset="0"/>
              </a:rPr>
              <a:t>CO:4 Utilize IP addressing and packet forwarding technique in the Network setups.</a:t>
            </a:r>
          </a:p>
          <a:p>
            <a:pPr algn="just"/>
            <a:r>
              <a:rPr lang="en-US" dirty="0">
                <a:latin typeface="Times New Roman" pitchFamily="18" charset="0"/>
                <a:cs typeface="Times New Roman" pitchFamily="18" charset="0"/>
              </a:rPr>
              <a:t>CO:5 Examine and analyze different routing algorithms and the performance of unicast routing protocol in network environment.</a:t>
            </a:r>
          </a:p>
          <a:p>
            <a:pPr algn="just"/>
            <a:r>
              <a:rPr lang="en-US" dirty="0">
                <a:latin typeface="Times New Roman" pitchFamily="18" charset="0"/>
                <a:cs typeface="Times New Roman" pitchFamily="18" charset="0"/>
              </a:rPr>
              <a:t>CO:6 Classify the role and functioning of key application layer protocols and services.</a:t>
            </a:r>
          </a:p>
        </p:txBody>
      </p:sp>
      <p:pic>
        <p:nvPicPr>
          <p:cNvPr id="3" name="object 5">
            <a:extLst>
              <a:ext uri="{FF2B5EF4-FFF2-40B4-BE49-F238E27FC236}">
                <a16:creationId xmlns="" xmlns:a16="http://schemas.microsoft.com/office/drawing/2014/main" id="{91C9F88A-2D7C-92CB-5EA0-07BFEB6EE564}"/>
              </a:ext>
            </a:extLst>
          </p:cNvPr>
          <p:cNvPicPr/>
          <p:nvPr/>
        </p:nvPicPr>
        <p:blipFill>
          <a:blip r:embed="rId2" cstate="print"/>
          <a:stretch>
            <a:fillRect/>
          </a:stretch>
        </p:blipFill>
        <p:spPr>
          <a:xfrm>
            <a:off x="7391400" y="85343"/>
            <a:ext cx="1676400" cy="67970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39946B-1A14-8B4C-0B7E-DB5141305F5C}"/>
              </a:ext>
            </a:extLst>
          </p:cNvPr>
          <p:cNvSpPr>
            <a:spLocks noGrp="1"/>
          </p:cNvSpPr>
          <p:nvPr>
            <p:ph type="title"/>
          </p:nvPr>
        </p:nvSpPr>
        <p:spPr>
          <a:xfrm>
            <a:off x="688644" y="258902"/>
            <a:ext cx="7617156" cy="2708434"/>
          </a:xfrm>
        </p:spPr>
        <p:txBody>
          <a:bodyPr/>
          <a:lstStyle/>
          <a:p>
            <a:r>
              <a:rPr lang="en-US" sz="4400" b="1" dirty="0">
                <a:latin typeface="Times New Roman" panose="02020603050405020304" pitchFamily="18" charset="0"/>
                <a:cs typeface="Times New Roman" panose="02020603050405020304" pitchFamily="18" charset="0"/>
              </a:rPr>
              <a:t>Program Outcomes as specific to the particular course</a:t>
            </a:r>
            <a:endParaRPr lang="en-IN" dirty="0"/>
          </a:p>
        </p:txBody>
      </p:sp>
      <p:sp>
        <p:nvSpPr>
          <p:cNvPr id="3" name="Content Placeholder 2">
            <a:extLst>
              <a:ext uri="{FF2B5EF4-FFF2-40B4-BE49-F238E27FC236}">
                <a16:creationId xmlns="" xmlns:a16="http://schemas.microsoft.com/office/drawing/2014/main" id="{92525EAF-E9AD-42B0-FB06-C07B8161AA52}"/>
              </a:ext>
            </a:extLst>
          </p:cNvPr>
          <p:cNvSpPr>
            <a:spLocks noGrp="1"/>
          </p:cNvSpPr>
          <p:nvPr>
            <p:ph idx="1"/>
          </p:nvPr>
        </p:nvSpPr>
        <p:spPr>
          <a:xfrm>
            <a:off x="152400" y="1752600"/>
            <a:ext cx="8915400" cy="4846498"/>
          </a:xfrm>
        </p:spPr>
        <p:txBody>
          <a:bodyPr>
            <a:noAutofit/>
          </a:bodyPr>
          <a:lstStyle/>
          <a:p>
            <a:pPr algn="just"/>
            <a:r>
              <a:rPr lang="en-US" altLang="en-US" dirty="0">
                <a:latin typeface="Times New Roman" pitchFamily="18" charset="0"/>
                <a:cs typeface="Times New Roman" pitchFamily="18" charset="0"/>
              </a:rPr>
              <a:t>PO1::Apply the knowledge of mathematics, science, engineering fundamentals, and engineering specialization to the solution of complex engineering problems.</a:t>
            </a:r>
          </a:p>
          <a:p>
            <a:pPr algn="just"/>
            <a:r>
              <a:rPr lang="en-US" altLang="en-US" dirty="0">
                <a:latin typeface="Times New Roman" pitchFamily="18" charset="0"/>
                <a:cs typeface="Times New Roman" pitchFamily="18" charset="0"/>
              </a:rPr>
              <a:t>PO2::Identify, formulate, review research literature, and analyze complex engineering problems reaching substantiated conclusions using first principles of mathematics, natural sciences, and engineering sciences.</a:t>
            </a:r>
          </a:p>
          <a:p>
            <a:pPr algn="just"/>
            <a:r>
              <a:rPr lang="en-US" altLang="en-US" dirty="0">
                <a:latin typeface="Times New Roman" pitchFamily="18" charset="0"/>
                <a:cs typeface="Times New Roman" pitchFamily="18" charset="0"/>
              </a:rPr>
              <a:t>PO3::Design solutions for complex engineering problems and design system components or processes that meet the specified needs with appropriate consideration for public health and safety, and cultural, societal, and environmental considerations.</a:t>
            </a:r>
          </a:p>
          <a:p>
            <a:pPr algn="just"/>
            <a:r>
              <a:rPr lang="en-US" altLang="en-US" dirty="0">
                <a:latin typeface="Times New Roman" pitchFamily="18" charset="0"/>
                <a:cs typeface="Times New Roman" pitchFamily="18" charset="0"/>
              </a:rPr>
              <a:t>PO4::Use research-based knowledge and research methods including design of experiments, analysis and interpretation of data, and synthesis of the information to provide valid conclusions.</a:t>
            </a:r>
          </a:p>
          <a:p>
            <a:pPr algn="just"/>
            <a:r>
              <a:rPr lang="en-US" altLang="en-US" dirty="0">
                <a:latin typeface="Times New Roman" pitchFamily="18" charset="0"/>
                <a:cs typeface="Times New Roman" pitchFamily="18" charset="0"/>
              </a:rPr>
              <a:t>PO5::Create, select, and apply appropriate techniques, resources, and modern engineering and IT tools including prediction and modeling to complex engineering activities with an understanding of the limitations.</a:t>
            </a:r>
          </a:p>
          <a:p>
            <a:pPr algn="just"/>
            <a:endParaRPr lang="en-US" altLang="en-US" dirty="0">
              <a:latin typeface="Times New Roman" pitchFamily="18" charset="0"/>
              <a:cs typeface="Times New Roman" pitchFamily="18" charset="0"/>
            </a:endParaRPr>
          </a:p>
          <a:p>
            <a:pPr algn="just"/>
            <a:endParaRPr lang="en-US" altLang="en-US" dirty="0">
              <a:latin typeface="Times New Roman" pitchFamily="18" charset="0"/>
              <a:cs typeface="Times New Roman" pitchFamily="18" charset="0"/>
            </a:endParaRPr>
          </a:p>
          <a:p>
            <a:pPr marL="171450" indent="-171450" algn="just">
              <a:buFont typeface="Arial" panose="020B0604020202020204" pitchFamily="34" charset="0"/>
              <a:buChar char="•"/>
            </a:pPr>
            <a:endParaRPr lang="en-IN" dirty="0">
              <a:latin typeface="Times New Roman" pitchFamily="18" charset="0"/>
              <a:cs typeface="Times New Roman" pitchFamily="18" charset="0"/>
            </a:endParaRPr>
          </a:p>
        </p:txBody>
      </p:sp>
      <p:pic>
        <p:nvPicPr>
          <p:cNvPr id="4" name="object 5">
            <a:extLst>
              <a:ext uri="{FF2B5EF4-FFF2-40B4-BE49-F238E27FC236}">
                <a16:creationId xmlns="" xmlns:a16="http://schemas.microsoft.com/office/drawing/2014/main" id="{7F4CA43E-2EE4-8414-87A8-F3213B947D75}"/>
              </a:ext>
            </a:extLst>
          </p:cNvPr>
          <p:cNvPicPr/>
          <p:nvPr/>
        </p:nvPicPr>
        <p:blipFill>
          <a:blip r:embed="rId2" cstate="print"/>
          <a:stretch>
            <a:fillRect/>
          </a:stretch>
        </p:blipFill>
        <p:spPr>
          <a:xfrm>
            <a:off x="7369126" y="914400"/>
            <a:ext cx="1676400" cy="679703"/>
          </a:xfrm>
          <a:prstGeom prst="rect">
            <a:avLst/>
          </a:prstGeom>
        </p:spPr>
      </p:pic>
    </p:spTree>
    <p:extLst>
      <p:ext uri="{BB962C8B-B14F-4D97-AF65-F5344CB8AC3E}">
        <p14:creationId xmlns:p14="http://schemas.microsoft.com/office/powerpoint/2010/main" val="33344534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548A1C2B-87FA-14DA-2422-DBD66E0C78E5}"/>
              </a:ext>
            </a:extLst>
          </p:cNvPr>
          <p:cNvSpPr>
            <a:spLocks noGrp="1"/>
          </p:cNvSpPr>
          <p:nvPr>
            <p:ph type="body" idx="1"/>
          </p:nvPr>
        </p:nvSpPr>
        <p:spPr>
          <a:xfrm>
            <a:off x="457200" y="1447800"/>
            <a:ext cx="8458200" cy="5262979"/>
          </a:xfrm>
        </p:spPr>
        <p:txBody>
          <a:bodyPr/>
          <a:lstStyle/>
          <a:p>
            <a:pPr algn="just"/>
            <a:r>
              <a:rPr lang="en-US" altLang="en-US" dirty="0">
                <a:latin typeface="Times New Roman" pitchFamily="18" charset="0"/>
                <a:cs typeface="Times New Roman" pitchFamily="18" charset="0"/>
              </a:rPr>
              <a:t>PO6::Apply reasoning informed by the contextual knowledge to assess societal, health, safety, legal and cultural issues and the consequent responsibilities relevant to the professional engineering practice.</a:t>
            </a:r>
          </a:p>
          <a:p>
            <a:pPr algn="just"/>
            <a:r>
              <a:rPr lang="en-US" altLang="en-US" dirty="0">
                <a:latin typeface="Times New Roman" pitchFamily="18" charset="0"/>
                <a:cs typeface="Times New Roman" pitchFamily="18" charset="0"/>
              </a:rPr>
              <a:t>PO7::Apply ethical principles and commit to professional ethics and responsibilities and norms of the engineering practice.</a:t>
            </a:r>
          </a:p>
          <a:p>
            <a:pPr algn="just"/>
            <a:r>
              <a:rPr lang="en-US" altLang="en-US" dirty="0">
                <a:latin typeface="Times New Roman" pitchFamily="18" charset="0"/>
                <a:cs typeface="Times New Roman" pitchFamily="18" charset="0"/>
              </a:rPr>
              <a:t>PO8::Function effectively as an individual, and as a member or leader in diverse teams, and in multidisciplinary settings.</a:t>
            </a:r>
          </a:p>
          <a:p>
            <a:pPr algn="just"/>
            <a:r>
              <a:rPr lang="en-US" altLang="en-US" dirty="0">
                <a:latin typeface="Times New Roman" pitchFamily="18" charset="0"/>
                <a:cs typeface="Times New Roman" pitchFamily="18" charset="0"/>
              </a:rPr>
              <a:t>PO9::Communicate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algn="just"/>
            <a:r>
              <a:rPr lang="en-US" altLang="en-US" dirty="0">
                <a:latin typeface="Times New Roman" pitchFamily="18" charset="0"/>
                <a:cs typeface="Times New Roman" pitchFamily="18" charset="0"/>
              </a:rPr>
              <a:t>PO10::Demonstrate knowledge and understanding of the engineering and management principles and apply these to one’s own work, as a member and leader in a team, to manage projects and in multidisciplinary environments.</a:t>
            </a:r>
          </a:p>
          <a:p>
            <a:pPr algn="just"/>
            <a:r>
              <a:rPr lang="en-US" altLang="en-US" dirty="0">
                <a:latin typeface="Times New Roman" pitchFamily="18" charset="0"/>
                <a:cs typeface="Times New Roman" pitchFamily="18" charset="0"/>
              </a:rPr>
              <a:t>PO11::Recognize the need for, and have the preparation and ability to engage in independent and lifelong learning in the broadest context of technological change.</a:t>
            </a:r>
          </a:p>
          <a:p>
            <a:pPr algn="just"/>
            <a:endParaRPr lang="en-US" altLang="en-US" dirty="0">
              <a:latin typeface="Times New Roman" pitchFamily="18" charset="0"/>
              <a:cs typeface="Times New Roman" pitchFamily="18" charset="0"/>
            </a:endParaRPr>
          </a:p>
          <a:p>
            <a:pPr algn="just"/>
            <a:endParaRPr lang="en-US" altLang="en-US" dirty="0">
              <a:latin typeface="Times New Roman" pitchFamily="18" charset="0"/>
              <a:cs typeface="Times New Roman" pitchFamily="18" charset="0"/>
            </a:endParaRPr>
          </a:p>
          <a:p>
            <a:pPr marL="285750" indent="-285750" algn="just">
              <a:buFont typeface="Arial" panose="020B0604020202020204" pitchFamily="34" charset="0"/>
              <a:buChar char="•"/>
            </a:pPr>
            <a:endParaRPr lang="en-US" dirty="0">
              <a:latin typeface="Times New Roman" pitchFamily="18" charset="0"/>
              <a:cs typeface="Times New Roman" pitchFamily="18" charset="0"/>
            </a:endParaRPr>
          </a:p>
        </p:txBody>
      </p:sp>
      <p:pic>
        <p:nvPicPr>
          <p:cNvPr id="2" name="object 5">
            <a:extLst>
              <a:ext uri="{FF2B5EF4-FFF2-40B4-BE49-F238E27FC236}">
                <a16:creationId xmlns="" xmlns:a16="http://schemas.microsoft.com/office/drawing/2014/main" id="{E249376A-C2EF-926D-02E3-A86CC580E071}"/>
              </a:ext>
            </a:extLst>
          </p:cNvPr>
          <p:cNvPicPr/>
          <p:nvPr/>
        </p:nvPicPr>
        <p:blipFill>
          <a:blip r:embed="rId2" cstate="print"/>
          <a:stretch>
            <a:fillRect/>
          </a:stretch>
        </p:blipFill>
        <p:spPr>
          <a:xfrm>
            <a:off x="7391400" y="85343"/>
            <a:ext cx="1676400" cy="679703"/>
          </a:xfrm>
          <a:prstGeom prst="rect">
            <a:avLst/>
          </a:prstGeom>
        </p:spPr>
      </p:pic>
      <p:sp>
        <p:nvSpPr>
          <p:cNvPr id="4" name="TextBox 3">
            <a:extLst>
              <a:ext uri="{FF2B5EF4-FFF2-40B4-BE49-F238E27FC236}">
                <a16:creationId xmlns="" xmlns:a16="http://schemas.microsoft.com/office/drawing/2014/main" id="{589CA077-B2E6-BD0E-266E-477E299780FE}"/>
              </a:ext>
            </a:extLst>
          </p:cNvPr>
          <p:cNvSpPr txBox="1"/>
          <p:nvPr/>
        </p:nvSpPr>
        <p:spPr>
          <a:xfrm>
            <a:off x="838200" y="457200"/>
            <a:ext cx="6553200" cy="707886"/>
          </a:xfrm>
          <a:prstGeom prst="rect">
            <a:avLst/>
          </a:prstGeom>
          <a:noFill/>
        </p:spPr>
        <p:txBody>
          <a:bodyPr wrap="square" rtlCol="0">
            <a:spAutoFit/>
          </a:bodyPr>
          <a:lstStyle/>
          <a:p>
            <a:r>
              <a:rPr lang="en-US" sz="4000" b="1" dirty="0">
                <a:solidFill>
                  <a:srgbClr val="C00000"/>
                </a:solidFill>
                <a:latin typeface="Times New Roman" panose="02020603050405020304" pitchFamily="18" charset="0"/>
                <a:cs typeface="Times New Roman" panose="02020603050405020304" pitchFamily="18" charset="0"/>
              </a:rPr>
              <a:t>Program Outcomes</a:t>
            </a:r>
            <a:endParaRPr lang="en-US" sz="4000" dirty="0">
              <a:solidFill>
                <a:srgbClr val="C00000"/>
              </a:solidFill>
            </a:endParaRPr>
          </a:p>
        </p:txBody>
      </p:sp>
    </p:spTree>
    <p:extLst>
      <p:ext uri="{BB962C8B-B14F-4D97-AF65-F5344CB8AC3E}">
        <p14:creationId xmlns:p14="http://schemas.microsoft.com/office/powerpoint/2010/main" val="19791211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644" y="185369"/>
            <a:ext cx="2633980" cy="636905"/>
          </a:xfrm>
          <a:prstGeom prst="rect">
            <a:avLst/>
          </a:prstGeom>
        </p:spPr>
        <p:txBody>
          <a:bodyPr vert="horz" wrap="square" lIns="0" tIns="13970" rIns="0" bIns="0" rtlCol="0">
            <a:spAutoFit/>
          </a:bodyPr>
          <a:lstStyle/>
          <a:p>
            <a:pPr marL="12700">
              <a:lnSpc>
                <a:spcPct val="100000"/>
              </a:lnSpc>
              <a:spcBef>
                <a:spcPts val="110"/>
              </a:spcBef>
            </a:pPr>
            <a:r>
              <a:rPr sz="4000" spc="-150" dirty="0">
                <a:solidFill>
                  <a:srgbClr val="696363"/>
                </a:solidFill>
              </a:rPr>
              <a:t>Why</a:t>
            </a:r>
            <a:r>
              <a:rPr sz="4000" spc="-70" dirty="0">
                <a:solidFill>
                  <a:srgbClr val="696363"/>
                </a:solidFill>
              </a:rPr>
              <a:t> </a:t>
            </a:r>
            <a:r>
              <a:rPr sz="4000" spc="-35" dirty="0">
                <a:solidFill>
                  <a:srgbClr val="696363"/>
                </a:solidFill>
              </a:rPr>
              <a:t>Study </a:t>
            </a:r>
            <a:r>
              <a:rPr sz="4000" spc="20" dirty="0">
                <a:solidFill>
                  <a:srgbClr val="696363"/>
                </a:solidFill>
              </a:rPr>
              <a:t>?</a:t>
            </a:r>
            <a:endParaRPr sz="4000"/>
          </a:p>
        </p:txBody>
      </p:sp>
      <p:pic>
        <p:nvPicPr>
          <p:cNvPr id="3" name="object 3"/>
          <p:cNvPicPr/>
          <p:nvPr/>
        </p:nvPicPr>
        <p:blipFill>
          <a:blip r:embed="rId2" cstate="print"/>
          <a:stretch>
            <a:fillRect/>
          </a:stretch>
        </p:blipFill>
        <p:spPr>
          <a:xfrm>
            <a:off x="2057400" y="762000"/>
            <a:ext cx="6717792" cy="5492496"/>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769606"/>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24"/>
            <a:ext cx="6889115" cy="636905"/>
          </a:xfrm>
          <a:prstGeom prst="rect">
            <a:avLst/>
          </a:prstGeom>
        </p:spPr>
        <p:txBody>
          <a:bodyPr vert="horz" wrap="square" lIns="0" tIns="13970" rIns="0" bIns="0" rtlCol="0">
            <a:spAutoFit/>
          </a:bodyPr>
          <a:lstStyle/>
          <a:p>
            <a:pPr marL="12700">
              <a:lnSpc>
                <a:spcPct val="100000"/>
              </a:lnSpc>
              <a:spcBef>
                <a:spcPts val="110"/>
              </a:spcBef>
            </a:pPr>
            <a:r>
              <a:rPr sz="4000" spc="-40" dirty="0">
                <a:solidFill>
                  <a:srgbClr val="696363"/>
                </a:solidFill>
              </a:rPr>
              <a:t>Objective</a:t>
            </a:r>
            <a:r>
              <a:rPr sz="4000" spc="5" dirty="0">
                <a:solidFill>
                  <a:srgbClr val="696363"/>
                </a:solidFill>
              </a:rPr>
              <a:t> </a:t>
            </a:r>
            <a:r>
              <a:rPr sz="4000" spc="-50" dirty="0">
                <a:solidFill>
                  <a:srgbClr val="696363"/>
                </a:solidFill>
              </a:rPr>
              <a:t>of</a:t>
            </a:r>
            <a:r>
              <a:rPr sz="4000" spc="-10" dirty="0">
                <a:solidFill>
                  <a:srgbClr val="696363"/>
                </a:solidFill>
              </a:rPr>
              <a:t> </a:t>
            </a:r>
            <a:r>
              <a:rPr sz="4000" spc="-60" dirty="0">
                <a:solidFill>
                  <a:srgbClr val="696363"/>
                </a:solidFill>
              </a:rPr>
              <a:t>Computer</a:t>
            </a:r>
            <a:r>
              <a:rPr sz="4000" spc="-65" dirty="0">
                <a:solidFill>
                  <a:srgbClr val="696363"/>
                </a:solidFill>
              </a:rPr>
              <a:t> </a:t>
            </a:r>
            <a:r>
              <a:rPr sz="4000" spc="-50" dirty="0">
                <a:solidFill>
                  <a:srgbClr val="696363"/>
                </a:solidFill>
              </a:rPr>
              <a:t>Networks</a:t>
            </a:r>
            <a:endParaRPr sz="4000"/>
          </a:p>
        </p:txBody>
      </p:sp>
      <p:sp>
        <p:nvSpPr>
          <p:cNvPr id="3" name="object 3"/>
          <p:cNvSpPr txBox="1"/>
          <p:nvPr/>
        </p:nvSpPr>
        <p:spPr>
          <a:xfrm>
            <a:off x="764844" y="1588388"/>
            <a:ext cx="7240905" cy="817244"/>
          </a:xfrm>
          <a:prstGeom prst="rect">
            <a:avLst/>
          </a:prstGeom>
        </p:spPr>
        <p:txBody>
          <a:bodyPr vert="horz" wrap="square" lIns="0" tIns="11430" rIns="0" bIns="0" rtlCol="0">
            <a:spAutoFit/>
          </a:bodyPr>
          <a:lstStyle/>
          <a:p>
            <a:pPr marL="287020" marR="5080" indent="-274320">
              <a:lnSpc>
                <a:spcPct val="100000"/>
              </a:lnSpc>
              <a:spcBef>
                <a:spcPts val="90"/>
              </a:spcBef>
              <a:buClr>
                <a:srgbClr val="D24717"/>
              </a:buClr>
              <a:buSzPct val="84615"/>
              <a:buFont typeface="Segoe UI Symbol"/>
              <a:buChar char="⚫"/>
              <a:tabLst>
                <a:tab pos="287020" algn="l"/>
              </a:tabLst>
            </a:pPr>
            <a:r>
              <a:rPr sz="2600" spc="-125" dirty="0">
                <a:solidFill>
                  <a:srgbClr val="FF0000"/>
                </a:solidFill>
                <a:latin typeface="Times New Roman"/>
                <a:cs typeface="Times New Roman"/>
              </a:rPr>
              <a:t>Networking</a:t>
            </a:r>
            <a:r>
              <a:rPr sz="2600" spc="-10" dirty="0">
                <a:solidFill>
                  <a:srgbClr val="FF0000"/>
                </a:solidFill>
                <a:latin typeface="Times New Roman"/>
                <a:cs typeface="Times New Roman"/>
              </a:rPr>
              <a:t> </a:t>
            </a:r>
            <a:r>
              <a:rPr sz="2600" spc="-200" dirty="0">
                <a:solidFill>
                  <a:srgbClr val="FF0000"/>
                </a:solidFill>
                <a:latin typeface="Times New Roman"/>
                <a:cs typeface="Times New Roman"/>
              </a:rPr>
              <a:t>has</a:t>
            </a:r>
            <a:r>
              <a:rPr sz="2600" spc="-45" dirty="0">
                <a:solidFill>
                  <a:srgbClr val="FF0000"/>
                </a:solidFill>
                <a:latin typeface="Times New Roman"/>
                <a:cs typeface="Times New Roman"/>
              </a:rPr>
              <a:t> </a:t>
            </a:r>
            <a:r>
              <a:rPr sz="2600" spc="-120" dirty="0">
                <a:solidFill>
                  <a:srgbClr val="FF0000"/>
                </a:solidFill>
                <a:latin typeface="Times New Roman"/>
                <a:cs typeface="Times New Roman"/>
              </a:rPr>
              <a:t>revolutionized</a:t>
            </a:r>
            <a:r>
              <a:rPr sz="2600" spc="10" dirty="0">
                <a:solidFill>
                  <a:srgbClr val="FF0000"/>
                </a:solidFill>
                <a:latin typeface="Times New Roman"/>
                <a:cs typeface="Times New Roman"/>
              </a:rPr>
              <a:t> </a:t>
            </a:r>
            <a:r>
              <a:rPr sz="2600" spc="-80" dirty="0">
                <a:solidFill>
                  <a:srgbClr val="FF0000"/>
                </a:solidFill>
                <a:latin typeface="Times New Roman"/>
                <a:cs typeface="Times New Roman"/>
              </a:rPr>
              <a:t>the</a:t>
            </a:r>
            <a:r>
              <a:rPr sz="2600" spc="-55" dirty="0">
                <a:solidFill>
                  <a:srgbClr val="FF0000"/>
                </a:solidFill>
                <a:latin typeface="Times New Roman"/>
                <a:cs typeface="Times New Roman"/>
              </a:rPr>
              <a:t> </a:t>
            </a:r>
            <a:r>
              <a:rPr sz="2600" spc="-240" dirty="0">
                <a:solidFill>
                  <a:srgbClr val="FF0000"/>
                </a:solidFill>
                <a:latin typeface="Times New Roman"/>
                <a:cs typeface="Times New Roman"/>
              </a:rPr>
              <a:t>way</a:t>
            </a:r>
            <a:r>
              <a:rPr sz="2600" spc="-50" dirty="0">
                <a:solidFill>
                  <a:srgbClr val="FF0000"/>
                </a:solidFill>
                <a:latin typeface="Times New Roman"/>
                <a:cs typeface="Times New Roman"/>
              </a:rPr>
              <a:t> </a:t>
            </a:r>
            <a:r>
              <a:rPr sz="2600" spc="-125" dirty="0">
                <a:solidFill>
                  <a:srgbClr val="FF0000"/>
                </a:solidFill>
                <a:latin typeface="Times New Roman"/>
                <a:cs typeface="Times New Roman"/>
              </a:rPr>
              <a:t>in</a:t>
            </a:r>
            <a:r>
              <a:rPr sz="2600" spc="-55" dirty="0">
                <a:solidFill>
                  <a:srgbClr val="FF0000"/>
                </a:solidFill>
                <a:latin typeface="Times New Roman"/>
                <a:cs typeface="Times New Roman"/>
              </a:rPr>
              <a:t> </a:t>
            </a:r>
            <a:r>
              <a:rPr sz="2600" spc="-145" dirty="0">
                <a:solidFill>
                  <a:srgbClr val="FF0000"/>
                </a:solidFill>
                <a:latin typeface="Times New Roman"/>
                <a:cs typeface="Times New Roman"/>
              </a:rPr>
              <a:t>which</a:t>
            </a:r>
            <a:r>
              <a:rPr sz="2600" spc="-35" dirty="0">
                <a:solidFill>
                  <a:srgbClr val="FF0000"/>
                </a:solidFill>
                <a:latin typeface="Times New Roman"/>
                <a:cs typeface="Times New Roman"/>
              </a:rPr>
              <a:t> </a:t>
            </a:r>
            <a:r>
              <a:rPr sz="2600" spc="-180" dirty="0">
                <a:solidFill>
                  <a:srgbClr val="FF0000"/>
                </a:solidFill>
                <a:latin typeface="Times New Roman"/>
                <a:cs typeface="Times New Roman"/>
              </a:rPr>
              <a:t>we</a:t>
            </a:r>
            <a:r>
              <a:rPr sz="2600" spc="-45" dirty="0">
                <a:solidFill>
                  <a:srgbClr val="FF0000"/>
                </a:solidFill>
                <a:latin typeface="Times New Roman"/>
                <a:cs typeface="Times New Roman"/>
              </a:rPr>
              <a:t> </a:t>
            </a:r>
            <a:r>
              <a:rPr sz="2600" spc="-90" dirty="0">
                <a:solidFill>
                  <a:srgbClr val="FF0000"/>
                </a:solidFill>
                <a:latin typeface="Times New Roman"/>
                <a:cs typeface="Times New Roman"/>
              </a:rPr>
              <a:t>work, </a:t>
            </a:r>
            <a:r>
              <a:rPr sz="2600" spc="-635" dirty="0">
                <a:solidFill>
                  <a:srgbClr val="FF0000"/>
                </a:solidFill>
                <a:latin typeface="Times New Roman"/>
                <a:cs typeface="Times New Roman"/>
              </a:rPr>
              <a:t> </a:t>
            </a:r>
            <a:r>
              <a:rPr sz="2600" spc="-155" dirty="0">
                <a:solidFill>
                  <a:srgbClr val="FF0000"/>
                </a:solidFill>
                <a:latin typeface="Times New Roman"/>
                <a:cs typeface="Times New Roman"/>
              </a:rPr>
              <a:t>c</a:t>
            </a:r>
            <a:r>
              <a:rPr sz="2600" spc="-130" dirty="0">
                <a:solidFill>
                  <a:srgbClr val="FF0000"/>
                </a:solidFill>
                <a:latin typeface="Times New Roman"/>
                <a:cs typeface="Times New Roman"/>
              </a:rPr>
              <a:t>onne</a:t>
            </a:r>
            <a:r>
              <a:rPr sz="2600" spc="-120" dirty="0">
                <a:solidFill>
                  <a:srgbClr val="FF0000"/>
                </a:solidFill>
                <a:latin typeface="Times New Roman"/>
                <a:cs typeface="Times New Roman"/>
              </a:rPr>
              <a:t>c</a:t>
            </a:r>
            <a:r>
              <a:rPr sz="2600" spc="30" dirty="0">
                <a:solidFill>
                  <a:srgbClr val="FF0000"/>
                </a:solidFill>
                <a:latin typeface="Times New Roman"/>
                <a:cs typeface="Times New Roman"/>
              </a:rPr>
              <a:t>t</a:t>
            </a:r>
            <a:r>
              <a:rPr sz="2600" spc="-50" dirty="0">
                <a:solidFill>
                  <a:srgbClr val="FF0000"/>
                </a:solidFill>
                <a:latin typeface="Times New Roman"/>
                <a:cs typeface="Times New Roman"/>
              </a:rPr>
              <a:t> </a:t>
            </a:r>
            <a:r>
              <a:rPr sz="2600" spc="-225" dirty="0">
                <a:solidFill>
                  <a:srgbClr val="FF0000"/>
                </a:solidFill>
                <a:latin typeface="Times New Roman"/>
                <a:cs typeface="Times New Roman"/>
              </a:rPr>
              <a:t>a</a:t>
            </a:r>
            <a:r>
              <a:rPr sz="2600" spc="-130" dirty="0">
                <a:solidFill>
                  <a:srgbClr val="FF0000"/>
                </a:solidFill>
                <a:latin typeface="Times New Roman"/>
                <a:cs typeface="Times New Roman"/>
              </a:rPr>
              <a:t>n</a:t>
            </a:r>
            <a:r>
              <a:rPr sz="2600" spc="-114" dirty="0">
                <a:solidFill>
                  <a:srgbClr val="FF0000"/>
                </a:solidFill>
                <a:latin typeface="Times New Roman"/>
                <a:cs typeface="Times New Roman"/>
              </a:rPr>
              <a:t>d</a:t>
            </a:r>
            <a:r>
              <a:rPr sz="2600" spc="-40" dirty="0">
                <a:solidFill>
                  <a:srgbClr val="FF0000"/>
                </a:solidFill>
                <a:latin typeface="Times New Roman"/>
                <a:cs typeface="Times New Roman"/>
              </a:rPr>
              <a:t> </a:t>
            </a:r>
            <a:r>
              <a:rPr sz="2600" spc="-155" dirty="0">
                <a:solidFill>
                  <a:srgbClr val="FF0000"/>
                </a:solidFill>
                <a:latin typeface="Times New Roman"/>
                <a:cs typeface="Times New Roman"/>
              </a:rPr>
              <a:t>c</a:t>
            </a:r>
            <a:r>
              <a:rPr sz="2600" spc="-130" dirty="0">
                <a:solidFill>
                  <a:srgbClr val="FF0000"/>
                </a:solidFill>
                <a:latin typeface="Times New Roman"/>
                <a:cs typeface="Times New Roman"/>
              </a:rPr>
              <a:t>o</a:t>
            </a:r>
            <a:r>
              <a:rPr sz="2600" spc="-160" dirty="0">
                <a:solidFill>
                  <a:srgbClr val="FF0000"/>
                </a:solidFill>
                <a:latin typeface="Times New Roman"/>
                <a:cs typeface="Times New Roman"/>
              </a:rPr>
              <a:t>m</a:t>
            </a:r>
            <a:r>
              <a:rPr sz="2600" spc="-180" dirty="0">
                <a:solidFill>
                  <a:srgbClr val="FF0000"/>
                </a:solidFill>
                <a:latin typeface="Times New Roman"/>
                <a:cs typeface="Times New Roman"/>
              </a:rPr>
              <a:t>m</a:t>
            </a:r>
            <a:r>
              <a:rPr sz="2600" spc="-130" dirty="0">
                <a:solidFill>
                  <a:srgbClr val="FF0000"/>
                </a:solidFill>
                <a:latin typeface="Times New Roman"/>
                <a:cs typeface="Times New Roman"/>
              </a:rPr>
              <a:t>un</a:t>
            </a:r>
            <a:r>
              <a:rPr sz="2600" spc="-110" dirty="0">
                <a:solidFill>
                  <a:srgbClr val="FF0000"/>
                </a:solidFill>
                <a:latin typeface="Times New Roman"/>
                <a:cs typeface="Times New Roman"/>
              </a:rPr>
              <a:t>i</a:t>
            </a:r>
            <a:r>
              <a:rPr sz="2600" spc="-170" dirty="0">
                <a:solidFill>
                  <a:srgbClr val="FF0000"/>
                </a:solidFill>
                <a:latin typeface="Times New Roman"/>
                <a:cs typeface="Times New Roman"/>
              </a:rPr>
              <a:t>c</a:t>
            </a:r>
            <a:r>
              <a:rPr sz="2600" spc="-245" dirty="0">
                <a:solidFill>
                  <a:srgbClr val="FF0000"/>
                </a:solidFill>
                <a:latin typeface="Times New Roman"/>
                <a:cs typeface="Times New Roman"/>
              </a:rPr>
              <a:t>a</a:t>
            </a:r>
            <a:r>
              <a:rPr sz="2600" spc="35" dirty="0">
                <a:solidFill>
                  <a:srgbClr val="FF0000"/>
                </a:solidFill>
                <a:latin typeface="Times New Roman"/>
                <a:cs typeface="Times New Roman"/>
              </a:rPr>
              <a:t>t</a:t>
            </a:r>
            <a:r>
              <a:rPr sz="2600" spc="-105" dirty="0">
                <a:solidFill>
                  <a:srgbClr val="FF0000"/>
                </a:solidFill>
                <a:latin typeface="Times New Roman"/>
                <a:cs typeface="Times New Roman"/>
              </a:rPr>
              <a:t>e</a:t>
            </a:r>
            <a:r>
              <a:rPr sz="2600" spc="-50" dirty="0">
                <a:solidFill>
                  <a:srgbClr val="FF0000"/>
                </a:solidFill>
                <a:latin typeface="Times New Roman"/>
                <a:cs typeface="Times New Roman"/>
              </a:rPr>
              <a:t> </a:t>
            </a:r>
            <a:r>
              <a:rPr sz="2600" spc="35" dirty="0">
                <a:solidFill>
                  <a:srgbClr val="FF0000"/>
                </a:solidFill>
                <a:latin typeface="Times New Roman"/>
                <a:cs typeface="Times New Roman"/>
              </a:rPr>
              <a:t>t</a:t>
            </a:r>
            <a:r>
              <a:rPr sz="2600" spc="-114" dirty="0">
                <a:solidFill>
                  <a:srgbClr val="FF0000"/>
                </a:solidFill>
                <a:latin typeface="Times New Roman"/>
                <a:cs typeface="Times New Roman"/>
              </a:rPr>
              <a:t>o</a:t>
            </a:r>
            <a:r>
              <a:rPr sz="2600" spc="-65" dirty="0">
                <a:solidFill>
                  <a:srgbClr val="FF0000"/>
                </a:solidFill>
                <a:latin typeface="Times New Roman"/>
                <a:cs typeface="Times New Roman"/>
              </a:rPr>
              <a:t> </a:t>
            </a:r>
            <a:r>
              <a:rPr sz="2600" spc="35" dirty="0">
                <a:solidFill>
                  <a:srgbClr val="FF0000"/>
                </a:solidFill>
                <a:latin typeface="Times New Roman"/>
                <a:cs typeface="Times New Roman"/>
              </a:rPr>
              <a:t>t</a:t>
            </a:r>
            <a:r>
              <a:rPr sz="2600" spc="-135" dirty="0">
                <a:solidFill>
                  <a:srgbClr val="FF0000"/>
                </a:solidFill>
                <a:latin typeface="Times New Roman"/>
                <a:cs typeface="Times New Roman"/>
              </a:rPr>
              <a:t>he</a:t>
            </a:r>
            <a:r>
              <a:rPr sz="2600" spc="-80" dirty="0">
                <a:solidFill>
                  <a:srgbClr val="FF0000"/>
                </a:solidFill>
                <a:latin typeface="Times New Roman"/>
                <a:cs typeface="Times New Roman"/>
              </a:rPr>
              <a:t> </a:t>
            </a:r>
            <a:r>
              <a:rPr sz="2600" spc="-250" dirty="0">
                <a:solidFill>
                  <a:srgbClr val="FF0000"/>
                </a:solidFill>
                <a:latin typeface="Times New Roman"/>
                <a:cs typeface="Times New Roman"/>
              </a:rPr>
              <a:t>w</a:t>
            </a:r>
            <a:r>
              <a:rPr sz="2600" spc="-130" dirty="0">
                <a:solidFill>
                  <a:srgbClr val="FF0000"/>
                </a:solidFill>
                <a:latin typeface="Times New Roman"/>
                <a:cs typeface="Times New Roman"/>
              </a:rPr>
              <a:t>o</a:t>
            </a:r>
            <a:r>
              <a:rPr sz="2600" spc="-60" dirty="0">
                <a:solidFill>
                  <a:srgbClr val="FF0000"/>
                </a:solidFill>
                <a:latin typeface="Times New Roman"/>
                <a:cs typeface="Times New Roman"/>
              </a:rPr>
              <a:t>rl</a:t>
            </a:r>
            <a:r>
              <a:rPr sz="2600" spc="-55" dirty="0">
                <a:solidFill>
                  <a:srgbClr val="FF0000"/>
                </a:solidFill>
                <a:latin typeface="Times New Roman"/>
                <a:cs typeface="Times New Roman"/>
              </a:rPr>
              <a:t>d</a:t>
            </a:r>
            <a:r>
              <a:rPr sz="2600" spc="105" dirty="0">
                <a:latin typeface="Times New Roman"/>
                <a:cs typeface="Times New Roman"/>
              </a:rPr>
              <a:t>.</a:t>
            </a:r>
            <a:endParaRPr sz="2600">
              <a:latin typeface="Times New Roman"/>
              <a:cs typeface="Times New Roman"/>
            </a:endParaRPr>
          </a:p>
        </p:txBody>
      </p:sp>
      <p:pic>
        <p:nvPicPr>
          <p:cNvPr id="4" name="object 4"/>
          <p:cNvPicPr/>
          <p:nvPr/>
        </p:nvPicPr>
        <p:blipFill>
          <a:blip r:embed="rId2" cstate="print"/>
          <a:stretch>
            <a:fillRect/>
          </a:stretch>
        </p:blipFill>
        <p:spPr>
          <a:xfrm>
            <a:off x="304800" y="3267117"/>
            <a:ext cx="5657088" cy="2000536"/>
          </a:xfrm>
          <a:prstGeom prst="rect">
            <a:avLst/>
          </a:prstGeom>
        </p:spPr>
      </p:pic>
      <p:grpSp>
        <p:nvGrpSpPr>
          <p:cNvPr id="5" name="object 5"/>
          <p:cNvGrpSpPr/>
          <p:nvPr/>
        </p:nvGrpSpPr>
        <p:grpSpPr>
          <a:xfrm>
            <a:off x="6096000" y="2133600"/>
            <a:ext cx="2667000" cy="4419600"/>
            <a:chOff x="6096000" y="2133600"/>
            <a:chExt cx="2667000" cy="4419600"/>
          </a:xfrm>
        </p:grpSpPr>
        <p:pic>
          <p:nvPicPr>
            <p:cNvPr id="6" name="object 6"/>
            <p:cNvPicPr/>
            <p:nvPr/>
          </p:nvPicPr>
          <p:blipFill>
            <a:blip r:embed="rId3" cstate="print"/>
            <a:stretch>
              <a:fillRect/>
            </a:stretch>
          </p:blipFill>
          <p:spPr>
            <a:xfrm>
              <a:off x="6096000" y="4191000"/>
              <a:ext cx="2667000" cy="2362200"/>
            </a:xfrm>
            <a:prstGeom prst="rect">
              <a:avLst/>
            </a:prstGeom>
          </p:spPr>
        </p:pic>
        <p:pic>
          <p:nvPicPr>
            <p:cNvPr id="7" name="object 7"/>
            <p:cNvPicPr/>
            <p:nvPr/>
          </p:nvPicPr>
          <p:blipFill>
            <a:blip r:embed="rId4" cstate="print"/>
            <a:stretch>
              <a:fillRect/>
            </a:stretch>
          </p:blipFill>
          <p:spPr>
            <a:xfrm>
              <a:off x="6096000" y="2133600"/>
              <a:ext cx="2590800" cy="2057400"/>
            </a:xfrm>
            <a:prstGeom prst="rect">
              <a:avLst/>
            </a:prstGeom>
          </p:spPr>
        </p:pic>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4844" y="413969"/>
            <a:ext cx="4168775" cy="636905"/>
          </a:xfrm>
          <a:prstGeom prst="rect">
            <a:avLst/>
          </a:prstGeom>
        </p:spPr>
        <p:txBody>
          <a:bodyPr vert="horz" wrap="square" lIns="0" tIns="13970" rIns="0" bIns="0" rtlCol="0">
            <a:spAutoFit/>
          </a:bodyPr>
          <a:lstStyle/>
          <a:p>
            <a:pPr marL="12700">
              <a:lnSpc>
                <a:spcPct val="100000"/>
              </a:lnSpc>
              <a:spcBef>
                <a:spcPts val="110"/>
              </a:spcBef>
            </a:pPr>
            <a:r>
              <a:rPr sz="4000" spc="-95" dirty="0">
                <a:solidFill>
                  <a:srgbClr val="696363"/>
                </a:solidFill>
                <a:latin typeface="Franklin Gothic Medium"/>
                <a:cs typeface="Franklin Gothic Medium"/>
              </a:rPr>
              <a:t>What</a:t>
            </a:r>
            <a:r>
              <a:rPr sz="4000" spc="-65" dirty="0">
                <a:solidFill>
                  <a:srgbClr val="696363"/>
                </a:solidFill>
                <a:latin typeface="Franklin Gothic Medium"/>
                <a:cs typeface="Franklin Gothic Medium"/>
              </a:rPr>
              <a:t> </a:t>
            </a:r>
            <a:r>
              <a:rPr sz="4000" spc="-10" dirty="0">
                <a:solidFill>
                  <a:srgbClr val="696363"/>
                </a:solidFill>
                <a:latin typeface="Franklin Gothic Medium"/>
                <a:cs typeface="Franklin Gothic Medium"/>
              </a:rPr>
              <a:t>Is</a:t>
            </a:r>
            <a:r>
              <a:rPr sz="4000" spc="-30" dirty="0">
                <a:solidFill>
                  <a:srgbClr val="696363"/>
                </a:solidFill>
                <a:latin typeface="Franklin Gothic Medium"/>
                <a:cs typeface="Franklin Gothic Medium"/>
              </a:rPr>
              <a:t> </a:t>
            </a:r>
            <a:r>
              <a:rPr sz="4000" spc="-60" dirty="0">
                <a:solidFill>
                  <a:srgbClr val="696363"/>
                </a:solidFill>
                <a:latin typeface="Franklin Gothic Medium"/>
                <a:cs typeface="Franklin Gothic Medium"/>
              </a:rPr>
              <a:t>Networking</a:t>
            </a:r>
            <a:endParaRPr sz="4000">
              <a:latin typeface="Franklin Gothic Medium"/>
              <a:cs typeface="Franklin Gothic Medium"/>
            </a:endParaRPr>
          </a:p>
        </p:txBody>
      </p:sp>
      <p:sp>
        <p:nvSpPr>
          <p:cNvPr id="3" name="object 3"/>
          <p:cNvSpPr txBox="1"/>
          <p:nvPr/>
        </p:nvSpPr>
        <p:spPr>
          <a:xfrm>
            <a:off x="1267713" y="1859356"/>
            <a:ext cx="7216140" cy="1222375"/>
          </a:xfrm>
          <a:prstGeom prst="rect">
            <a:avLst/>
          </a:prstGeom>
        </p:spPr>
        <p:txBody>
          <a:bodyPr vert="horz" wrap="square" lIns="0" tIns="61594" rIns="0" bIns="0" rtlCol="0">
            <a:spAutoFit/>
          </a:bodyPr>
          <a:lstStyle/>
          <a:p>
            <a:pPr marL="12700" marR="5080" indent="15240">
              <a:lnSpc>
                <a:spcPts val="3030"/>
              </a:lnSpc>
              <a:spcBef>
                <a:spcPts val="484"/>
              </a:spcBef>
            </a:pPr>
            <a:r>
              <a:rPr sz="2800" spc="-355" dirty="0">
                <a:latin typeface="Times New Roman"/>
                <a:cs typeface="Times New Roman"/>
              </a:rPr>
              <a:t>A</a:t>
            </a:r>
            <a:r>
              <a:rPr sz="2800" spc="-60" dirty="0">
                <a:latin typeface="Times New Roman"/>
                <a:cs typeface="Times New Roman"/>
              </a:rPr>
              <a:t> </a:t>
            </a:r>
            <a:r>
              <a:rPr sz="2800" spc="-145" dirty="0">
                <a:latin typeface="Times New Roman"/>
                <a:cs typeface="Times New Roman"/>
              </a:rPr>
              <a:t>com</a:t>
            </a:r>
            <a:r>
              <a:rPr sz="2800" spc="-114" dirty="0">
                <a:latin typeface="Times New Roman"/>
                <a:cs typeface="Times New Roman"/>
              </a:rPr>
              <a:t>p</a:t>
            </a:r>
            <a:r>
              <a:rPr sz="2800" spc="-110" dirty="0">
                <a:latin typeface="Times New Roman"/>
                <a:cs typeface="Times New Roman"/>
              </a:rPr>
              <a:t>u</a:t>
            </a:r>
            <a:r>
              <a:rPr sz="2800" spc="-25" dirty="0">
                <a:latin typeface="Times New Roman"/>
                <a:cs typeface="Times New Roman"/>
              </a:rPr>
              <a:t>t</a:t>
            </a:r>
            <a:r>
              <a:rPr sz="2800" spc="-55" dirty="0">
                <a:latin typeface="Times New Roman"/>
                <a:cs typeface="Times New Roman"/>
              </a:rPr>
              <a:t>e</a:t>
            </a:r>
            <a:r>
              <a:rPr sz="2800" spc="35" dirty="0">
                <a:latin typeface="Times New Roman"/>
                <a:cs typeface="Times New Roman"/>
              </a:rPr>
              <a:t>r</a:t>
            </a:r>
            <a:r>
              <a:rPr sz="2800" spc="-120" dirty="0">
                <a:latin typeface="Times New Roman"/>
                <a:cs typeface="Times New Roman"/>
              </a:rPr>
              <a:t> </a:t>
            </a:r>
            <a:r>
              <a:rPr sz="2800" b="1" spc="55" dirty="0">
                <a:latin typeface="Times New Roman"/>
                <a:cs typeface="Times New Roman"/>
              </a:rPr>
              <a:t>n</a:t>
            </a:r>
            <a:r>
              <a:rPr sz="2800" b="1" spc="45" dirty="0">
                <a:latin typeface="Times New Roman"/>
                <a:cs typeface="Times New Roman"/>
              </a:rPr>
              <a:t>e</a:t>
            </a:r>
            <a:r>
              <a:rPr sz="2800" b="1" spc="40" dirty="0">
                <a:latin typeface="Times New Roman"/>
                <a:cs typeface="Times New Roman"/>
              </a:rPr>
              <a:t>t</a:t>
            </a:r>
            <a:r>
              <a:rPr sz="2800" b="1" spc="20" dirty="0">
                <a:latin typeface="Times New Roman"/>
                <a:cs typeface="Times New Roman"/>
              </a:rPr>
              <a:t>w</a:t>
            </a:r>
            <a:r>
              <a:rPr sz="2800" b="1" spc="110" dirty="0">
                <a:latin typeface="Times New Roman"/>
                <a:cs typeface="Times New Roman"/>
              </a:rPr>
              <a:t>o</a:t>
            </a:r>
            <a:r>
              <a:rPr sz="2800" b="1" spc="-120" dirty="0">
                <a:latin typeface="Times New Roman"/>
                <a:cs typeface="Times New Roman"/>
              </a:rPr>
              <a:t>r</a:t>
            </a:r>
            <a:r>
              <a:rPr sz="2800" b="1" spc="25" dirty="0">
                <a:latin typeface="Times New Roman"/>
                <a:cs typeface="Times New Roman"/>
              </a:rPr>
              <a:t>k</a:t>
            </a:r>
            <a:r>
              <a:rPr sz="2800" b="1" spc="-130" dirty="0">
                <a:latin typeface="Times New Roman"/>
                <a:cs typeface="Times New Roman"/>
              </a:rPr>
              <a:t> </a:t>
            </a:r>
            <a:r>
              <a:rPr sz="2800" spc="-110" dirty="0">
                <a:latin typeface="Times New Roman"/>
                <a:cs typeface="Times New Roman"/>
              </a:rPr>
              <a:t>o</a:t>
            </a:r>
            <a:r>
              <a:rPr sz="2800" spc="35" dirty="0">
                <a:latin typeface="Times New Roman"/>
                <a:cs typeface="Times New Roman"/>
              </a:rPr>
              <a:t>r</a:t>
            </a:r>
            <a:r>
              <a:rPr sz="2800" spc="-85" dirty="0">
                <a:latin typeface="Times New Roman"/>
                <a:cs typeface="Times New Roman"/>
              </a:rPr>
              <a:t> </a:t>
            </a:r>
            <a:r>
              <a:rPr sz="2800" spc="-110" dirty="0">
                <a:latin typeface="Times New Roman"/>
                <a:cs typeface="Times New Roman"/>
              </a:rPr>
              <a:t>d</a:t>
            </a:r>
            <a:r>
              <a:rPr sz="2800" spc="-240" dirty="0">
                <a:latin typeface="Times New Roman"/>
                <a:cs typeface="Times New Roman"/>
              </a:rPr>
              <a:t>a</a:t>
            </a:r>
            <a:r>
              <a:rPr sz="2800" spc="-90" dirty="0">
                <a:latin typeface="Times New Roman"/>
                <a:cs typeface="Times New Roman"/>
              </a:rPr>
              <a:t>ta</a:t>
            </a:r>
            <a:r>
              <a:rPr sz="2800" spc="-95" dirty="0">
                <a:latin typeface="Times New Roman"/>
                <a:cs typeface="Times New Roman"/>
              </a:rPr>
              <a:t> </a:t>
            </a:r>
            <a:r>
              <a:rPr sz="2800" b="1" spc="50" dirty="0">
                <a:latin typeface="Times New Roman"/>
                <a:cs typeface="Times New Roman"/>
              </a:rPr>
              <a:t>net</a:t>
            </a:r>
            <a:r>
              <a:rPr sz="2800" b="1" spc="5" dirty="0">
                <a:latin typeface="Times New Roman"/>
                <a:cs typeface="Times New Roman"/>
              </a:rPr>
              <a:t>w</a:t>
            </a:r>
            <a:r>
              <a:rPr sz="2800" b="1" spc="105" dirty="0">
                <a:latin typeface="Times New Roman"/>
                <a:cs typeface="Times New Roman"/>
              </a:rPr>
              <a:t>o</a:t>
            </a:r>
            <a:r>
              <a:rPr sz="2800" b="1" spc="-120" dirty="0">
                <a:latin typeface="Times New Roman"/>
                <a:cs typeface="Times New Roman"/>
              </a:rPr>
              <a:t>r</a:t>
            </a:r>
            <a:r>
              <a:rPr sz="2800" b="1" spc="25" dirty="0">
                <a:latin typeface="Times New Roman"/>
                <a:cs typeface="Times New Roman"/>
              </a:rPr>
              <a:t>k</a:t>
            </a:r>
            <a:r>
              <a:rPr sz="2800" b="1" spc="-120" dirty="0">
                <a:latin typeface="Times New Roman"/>
                <a:cs typeface="Times New Roman"/>
              </a:rPr>
              <a:t> </a:t>
            </a:r>
            <a:r>
              <a:rPr sz="2800" spc="-175" dirty="0">
                <a:latin typeface="Times New Roman"/>
                <a:cs typeface="Times New Roman"/>
              </a:rPr>
              <a:t>is</a:t>
            </a:r>
            <a:r>
              <a:rPr sz="2800" spc="-95" dirty="0">
                <a:latin typeface="Times New Roman"/>
                <a:cs typeface="Times New Roman"/>
              </a:rPr>
              <a:t> </a:t>
            </a:r>
            <a:r>
              <a:rPr sz="2800" spc="-155" dirty="0">
                <a:latin typeface="Times New Roman"/>
                <a:cs typeface="Times New Roman"/>
              </a:rPr>
              <a:t>a  </a:t>
            </a:r>
            <a:r>
              <a:rPr sz="2800" spc="-125" dirty="0">
                <a:latin typeface="Times New Roman"/>
                <a:cs typeface="Times New Roman"/>
              </a:rPr>
              <a:t>telecommunications </a:t>
            </a:r>
            <a:r>
              <a:rPr sz="2800" b="1" spc="25" dirty="0">
                <a:latin typeface="Times New Roman"/>
                <a:cs typeface="Times New Roman"/>
              </a:rPr>
              <a:t>network </a:t>
            </a:r>
            <a:r>
              <a:rPr sz="2800" spc="-85" dirty="0">
                <a:latin typeface="Times New Roman"/>
                <a:cs typeface="Times New Roman"/>
              </a:rPr>
              <a:t>that </a:t>
            </a:r>
            <a:r>
              <a:rPr sz="2800" spc="-165" dirty="0">
                <a:latin typeface="Times New Roman"/>
                <a:cs typeface="Times New Roman"/>
              </a:rPr>
              <a:t>allows </a:t>
            </a:r>
            <a:r>
              <a:rPr sz="2800" spc="-100" dirty="0">
                <a:latin typeface="Times New Roman"/>
                <a:cs typeface="Times New Roman"/>
              </a:rPr>
              <a:t>computers </a:t>
            </a:r>
            <a:r>
              <a:rPr sz="2800" spc="-40" dirty="0">
                <a:latin typeface="Times New Roman"/>
                <a:cs typeface="Times New Roman"/>
              </a:rPr>
              <a:t>to </a:t>
            </a:r>
            <a:r>
              <a:rPr sz="2800" spc="-690" dirty="0">
                <a:latin typeface="Times New Roman"/>
                <a:cs typeface="Times New Roman"/>
              </a:rPr>
              <a:t> </a:t>
            </a:r>
            <a:r>
              <a:rPr sz="2800" spc="-114" dirty="0">
                <a:latin typeface="Times New Roman"/>
                <a:cs typeface="Times New Roman"/>
              </a:rPr>
              <a:t>e</a:t>
            </a:r>
            <a:r>
              <a:rPr sz="2800" spc="-110" dirty="0">
                <a:latin typeface="Times New Roman"/>
                <a:cs typeface="Times New Roman"/>
              </a:rPr>
              <a:t>x</a:t>
            </a:r>
            <a:r>
              <a:rPr sz="2800" spc="-120" dirty="0">
                <a:latin typeface="Times New Roman"/>
                <a:cs typeface="Times New Roman"/>
              </a:rPr>
              <a:t>c</a:t>
            </a:r>
            <a:r>
              <a:rPr sz="2800" spc="-165" dirty="0">
                <a:latin typeface="Times New Roman"/>
                <a:cs typeface="Times New Roman"/>
              </a:rPr>
              <a:t>ha</a:t>
            </a:r>
            <a:r>
              <a:rPr sz="2800" spc="-160" dirty="0">
                <a:latin typeface="Times New Roman"/>
                <a:cs typeface="Times New Roman"/>
              </a:rPr>
              <a:t>n</a:t>
            </a:r>
            <a:r>
              <a:rPr sz="2800" spc="-170" dirty="0">
                <a:latin typeface="Times New Roman"/>
                <a:cs typeface="Times New Roman"/>
              </a:rPr>
              <a:t>ge</a:t>
            </a:r>
            <a:r>
              <a:rPr sz="2800" spc="-100" dirty="0">
                <a:latin typeface="Times New Roman"/>
                <a:cs typeface="Times New Roman"/>
              </a:rPr>
              <a:t> </a:t>
            </a:r>
            <a:r>
              <a:rPr sz="2800" spc="-110" dirty="0">
                <a:latin typeface="Times New Roman"/>
                <a:cs typeface="Times New Roman"/>
              </a:rPr>
              <a:t>d</a:t>
            </a:r>
            <a:r>
              <a:rPr sz="2800" spc="-235" dirty="0">
                <a:latin typeface="Times New Roman"/>
                <a:cs typeface="Times New Roman"/>
              </a:rPr>
              <a:t>a</a:t>
            </a:r>
            <a:r>
              <a:rPr sz="2800" spc="-20" dirty="0">
                <a:latin typeface="Times New Roman"/>
                <a:cs typeface="Times New Roman"/>
              </a:rPr>
              <a:t>ta.</a:t>
            </a:r>
            <a:endParaRPr sz="2800">
              <a:latin typeface="Times New Roman"/>
              <a:cs typeface="Times New Roman"/>
            </a:endParaRPr>
          </a:p>
        </p:txBody>
      </p:sp>
      <p:pic>
        <p:nvPicPr>
          <p:cNvPr id="4" name="object 4"/>
          <p:cNvPicPr/>
          <p:nvPr/>
        </p:nvPicPr>
        <p:blipFill>
          <a:blip r:embed="rId2" cstate="print"/>
          <a:stretch>
            <a:fillRect/>
          </a:stretch>
        </p:blipFill>
        <p:spPr>
          <a:xfrm>
            <a:off x="4800600" y="3962400"/>
            <a:ext cx="4087367" cy="2657856"/>
          </a:xfrm>
          <a:prstGeom prst="rect">
            <a:avLst/>
          </a:prstGeom>
        </p:spPr>
      </p:pic>
      <p:pic>
        <p:nvPicPr>
          <p:cNvPr id="5" name="object 5"/>
          <p:cNvPicPr/>
          <p:nvPr/>
        </p:nvPicPr>
        <p:blipFill>
          <a:blip r:embed="rId3" cstate="print"/>
          <a:stretch>
            <a:fillRect/>
          </a:stretch>
        </p:blipFill>
        <p:spPr>
          <a:xfrm>
            <a:off x="1143000" y="3962400"/>
            <a:ext cx="3581400" cy="2563368"/>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9976" y="1231372"/>
            <a:ext cx="7157974" cy="120161"/>
          </a:xfrm>
          <a:prstGeom prst="rect">
            <a:avLst/>
          </a:prstGeom>
        </p:spPr>
      </p:pic>
      <p:sp>
        <p:nvSpPr>
          <p:cNvPr id="3" name="object 3"/>
          <p:cNvSpPr txBox="1"/>
          <p:nvPr/>
        </p:nvSpPr>
        <p:spPr>
          <a:xfrm>
            <a:off x="601472" y="563956"/>
            <a:ext cx="7082155" cy="757555"/>
          </a:xfrm>
          <a:prstGeom prst="rect">
            <a:avLst/>
          </a:prstGeom>
        </p:spPr>
        <p:txBody>
          <a:bodyPr vert="horz" wrap="square" lIns="0" tIns="12700" rIns="0" bIns="0" rtlCol="0">
            <a:spAutoFit/>
          </a:bodyPr>
          <a:lstStyle/>
          <a:p>
            <a:pPr marL="12700">
              <a:lnSpc>
                <a:spcPct val="100000"/>
              </a:lnSpc>
              <a:spcBef>
                <a:spcPts val="100"/>
              </a:spcBef>
              <a:tabLst>
                <a:tab pos="404495" algn="l"/>
                <a:tab pos="7068820" algn="l"/>
              </a:tabLst>
            </a:pPr>
            <a:r>
              <a:rPr sz="4800" u="heavy" dirty="0">
                <a:solidFill>
                  <a:srgbClr val="696363"/>
                </a:solidFill>
                <a:uFill>
                  <a:solidFill>
                    <a:srgbClr val="855D5D"/>
                  </a:solidFill>
                </a:uFill>
                <a:latin typeface="Franklin Gothic Medium"/>
                <a:cs typeface="Franklin Gothic Medium"/>
              </a:rPr>
              <a:t> 	</a:t>
            </a:r>
            <a:r>
              <a:rPr sz="4800" u="heavy" spc="-50" dirty="0">
                <a:solidFill>
                  <a:srgbClr val="696363"/>
                </a:solidFill>
                <a:uFill>
                  <a:solidFill>
                    <a:srgbClr val="855D5D"/>
                  </a:solidFill>
                </a:uFill>
                <a:latin typeface="Franklin Gothic Medium"/>
                <a:cs typeface="Franklin Gothic Medium"/>
              </a:rPr>
              <a:t>OSI</a:t>
            </a:r>
            <a:r>
              <a:rPr sz="4800" u="heavy" spc="-15" dirty="0">
                <a:solidFill>
                  <a:srgbClr val="696363"/>
                </a:solidFill>
                <a:uFill>
                  <a:solidFill>
                    <a:srgbClr val="855D5D"/>
                  </a:solidFill>
                </a:uFill>
                <a:latin typeface="Franklin Gothic Medium"/>
                <a:cs typeface="Franklin Gothic Medium"/>
              </a:rPr>
              <a:t> </a:t>
            </a:r>
            <a:r>
              <a:rPr sz="4800" u="heavy" spc="-20" dirty="0">
                <a:solidFill>
                  <a:srgbClr val="696363"/>
                </a:solidFill>
                <a:uFill>
                  <a:solidFill>
                    <a:srgbClr val="855D5D"/>
                  </a:solidFill>
                </a:uFill>
                <a:latin typeface="Franklin Gothic Medium"/>
                <a:cs typeface="Franklin Gothic Medium"/>
              </a:rPr>
              <a:t>and</a:t>
            </a:r>
            <a:r>
              <a:rPr sz="4800" u="heavy" spc="-15" dirty="0">
                <a:solidFill>
                  <a:srgbClr val="696363"/>
                </a:solidFill>
                <a:uFill>
                  <a:solidFill>
                    <a:srgbClr val="855D5D"/>
                  </a:solidFill>
                </a:uFill>
                <a:latin typeface="Franklin Gothic Medium"/>
                <a:cs typeface="Franklin Gothic Medium"/>
              </a:rPr>
              <a:t> </a:t>
            </a:r>
            <a:r>
              <a:rPr sz="4800" u="heavy" spc="-114" dirty="0">
                <a:solidFill>
                  <a:srgbClr val="696363"/>
                </a:solidFill>
                <a:uFill>
                  <a:solidFill>
                    <a:srgbClr val="855D5D"/>
                  </a:solidFill>
                </a:uFill>
                <a:latin typeface="Franklin Gothic Medium"/>
                <a:cs typeface="Franklin Gothic Medium"/>
              </a:rPr>
              <a:t>TCP</a:t>
            </a:r>
            <a:r>
              <a:rPr sz="4800" u="heavy" spc="-20" dirty="0">
                <a:solidFill>
                  <a:srgbClr val="696363"/>
                </a:solidFill>
                <a:uFill>
                  <a:solidFill>
                    <a:srgbClr val="855D5D"/>
                  </a:solidFill>
                </a:uFill>
                <a:latin typeface="Franklin Gothic Medium"/>
                <a:cs typeface="Franklin Gothic Medium"/>
              </a:rPr>
              <a:t> Model	</a:t>
            </a:r>
            <a:endParaRPr sz="4800">
              <a:latin typeface="Franklin Gothic Medium"/>
              <a:cs typeface="Franklin Gothic Medium"/>
            </a:endParaRPr>
          </a:p>
        </p:txBody>
      </p:sp>
      <p:pic>
        <p:nvPicPr>
          <p:cNvPr id="4" name="object 4"/>
          <p:cNvPicPr/>
          <p:nvPr/>
        </p:nvPicPr>
        <p:blipFill>
          <a:blip r:embed="rId3" cstate="print"/>
          <a:stretch>
            <a:fillRect/>
          </a:stretch>
        </p:blipFill>
        <p:spPr>
          <a:xfrm>
            <a:off x="7391400" y="85343"/>
            <a:ext cx="1676400" cy="679703"/>
          </a:xfrm>
          <a:prstGeom prst="rect">
            <a:avLst/>
          </a:prstGeom>
        </p:spPr>
      </p:pic>
      <p:grpSp>
        <p:nvGrpSpPr>
          <p:cNvPr id="5" name="object 5"/>
          <p:cNvGrpSpPr/>
          <p:nvPr/>
        </p:nvGrpSpPr>
        <p:grpSpPr>
          <a:xfrm>
            <a:off x="450850" y="1441450"/>
            <a:ext cx="1595120" cy="662305"/>
            <a:chOff x="450850" y="1441450"/>
            <a:chExt cx="1595120" cy="662305"/>
          </a:xfrm>
        </p:grpSpPr>
        <p:sp>
          <p:nvSpPr>
            <p:cNvPr id="6" name="object 6"/>
            <p:cNvSpPr/>
            <p:nvPr/>
          </p:nvSpPr>
          <p:spPr>
            <a:xfrm>
              <a:off x="457200" y="1447800"/>
              <a:ext cx="1582420" cy="649605"/>
            </a:xfrm>
            <a:custGeom>
              <a:avLst/>
              <a:gdLst/>
              <a:ahLst/>
              <a:cxnLst/>
              <a:rect l="l" t="t" r="r" b="b"/>
              <a:pathLst>
                <a:path w="1582420" h="649605">
                  <a:moveTo>
                    <a:pt x="1473708" y="0"/>
                  </a:moveTo>
                  <a:lnTo>
                    <a:pt x="108204" y="0"/>
                  </a:lnTo>
                  <a:lnTo>
                    <a:pt x="66088" y="8495"/>
                  </a:lnTo>
                  <a:lnTo>
                    <a:pt x="31694" y="31670"/>
                  </a:lnTo>
                  <a:lnTo>
                    <a:pt x="8504" y="66061"/>
                  </a:lnTo>
                  <a:lnTo>
                    <a:pt x="0" y="108203"/>
                  </a:lnTo>
                  <a:lnTo>
                    <a:pt x="0" y="541020"/>
                  </a:lnTo>
                  <a:lnTo>
                    <a:pt x="8504" y="583162"/>
                  </a:lnTo>
                  <a:lnTo>
                    <a:pt x="31694" y="617553"/>
                  </a:lnTo>
                  <a:lnTo>
                    <a:pt x="66088" y="640728"/>
                  </a:lnTo>
                  <a:lnTo>
                    <a:pt x="108204" y="649224"/>
                  </a:lnTo>
                  <a:lnTo>
                    <a:pt x="1473708" y="649224"/>
                  </a:lnTo>
                  <a:lnTo>
                    <a:pt x="1515850" y="640728"/>
                  </a:lnTo>
                  <a:lnTo>
                    <a:pt x="1550241" y="617553"/>
                  </a:lnTo>
                  <a:lnTo>
                    <a:pt x="1573416" y="583162"/>
                  </a:lnTo>
                  <a:lnTo>
                    <a:pt x="1581912" y="541020"/>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7" name="object 7"/>
            <p:cNvSpPr/>
            <p:nvPr/>
          </p:nvSpPr>
          <p:spPr>
            <a:xfrm>
              <a:off x="457200" y="1447800"/>
              <a:ext cx="1582420" cy="649605"/>
            </a:xfrm>
            <a:custGeom>
              <a:avLst/>
              <a:gdLst/>
              <a:ahLst/>
              <a:cxnLst/>
              <a:rect l="l" t="t" r="r" b="b"/>
              <a:pathLst>
                <a:path w="1582420" h="649605">
                  <a:moveTo>
                    <a:pt x="0" y="108203"/>
                  </a:moveTo>
                  <a:lnTo>
                    <a:pt x="8504" y="66061"/>
                  </a:lnTo>
                  <a:lnTo>
                    <a:pt x="31694" y="31670"/>
                  </a:lnTo>
                  <a:lnTo>
                    <a:pt x="66088" y="8495"/>
                  </a:lnTo>
                  <a:lnTo>
                    <a:pt x="108204" y="0"/>
                  </a:lnTo>
                  <a:lnTo>
                    <a:pt x="1473708" y="0"/>
                  </a:lnTo>
                  <a:lnTo>
                    <a:pt x="1515850" y="8495"/>
                  </a:lnTo>
                  <a:lnTo>
                    <a:pt x="1550241" y="31670"/>
                  </a:lnTo>
                  <a:lnTo>
                    <a:pt x="1573416" y="66061"/>
                  </a:lnTo>
                  <a:lnTo>
                    <a:pt x="1581912" y="108203"/>
                  </a:lnTo>
                  <a:lnTo>
                    <a:pt x="1581912" y="541020"/>
                  </a:lnTo>
                  <a:lnTo>
                    <a:pt x="1573416" y="583162"/>
                  </a:lnTo>
                  <a:lnTo>
                    <a:pt x="1550241" y="617553"/>
                  </a:lnTo>
                  <a:lnTo>
                    <a:pt x="1515850" y="640728"/>
                  </a:lnTo>
                  <a:lnTo>
                    <a:pt x="1473708" y="649224"/>
                  </a:lnTo>
                  <a:lnTo>
                    <a:pt x="108204" y="649224"/>
                  </a:lnTo>
                  <a:lnTo>
                    <a:pt x="66088" y="640728"/>
                  </a:lnTo>
                  <a:lnTo>
                    <a:pt x="31694" y="617553"/>
                  </a:lnTo>
                  <a:lnTo>
                    <a:pt x="8504" y="583162"/>
                  </a:lnTo>
                  <a:lnTo>
                    <a:pt x="0" y="541020"/>
                  </a:lnTo>
                  <a:lnTo>
                    <a:pt x="0" y="108203"/>
                  </a:lnTo>
                  <a:close/>
                </a:path>
              </a:pathLst>
            </a:custGeom>
            <a:ln w="12192">
              <a:solidFill>
                <a:srgbClr val="9B310D"/>
              </a:solidFill>
            </a:ln>
          </p:spPr>
          <p:txBody>
            <a:bodyPr wrap="square" lIns="0" tIns="0" rIns="0" bIns="0" rtlCol="0"/>
            <a:lstStyle/>
            <a:p>
              <a:endParaRPr/>
            </a:p>
          </p:txBody>
        </p:sp>
      </p:grpSp>
      <p:sp>
        <p:nvSpPr>
          <p:cNvPr id="8" name="object 8"/>
          <p:cNvSpPr txBox="1"/>
          <p:nvPr/>
        </p:nvSpPr>
        <p:spPr>
          <a:xfrm>
            <a:off x="839825" y="1533855"/>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1</a:t>
            </a:r>
            <a:endParaRPr sz="2400">
              <a:latin typeface="Times New Roman"/>
              <a:cs typeface="Times New Roman"/>
            </a:endParaRPr>
          </a:p>
        </p:txBody>
      </p:sp>
      <p:pic>
        <p:nvPicPr>
          <p:cNvPr id="9" name="object 9"/>
          <p:cNvPicPr/>
          <p:nvPr/>
        </p:nvPicPr>
        <p:blipFill>
          <a:blip r:embed="rId4" cstate="print"/>
          <a:stretch>
            <a:fillRect/>
          </a:stretch>
        </p:blipFill>
        <p:spPr>
          <a:xfrm>
            <a:off x="1295400" y="2133600"/>
            <a:ext cx="6781800" cy="4572000"/>
          </a:xfrm>
          <a:prstGeom prst="rect">
            <a:avLst/>
          </a:prstGeom>
        </p:spPr>
      </p:pic>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444" y="642950"/>
            <a:ext cx="7092950" cy="636905"/>
          </a:xfrm>
          <a:prstGeom prst="rect">
            <a:avLst/>
          </a:prstGeom>
        </p:spPr>
        <p:txBody>
          <a:bodyPr vert="horz" wrap="square" lIns="0" tIns="13970" rIns="0" bIns="0" rtlCol="0">
            <a:spAutoFit/>
          </a:bodyPr>
          <a:lstStyle/>
          <a:p>
            <a:pPr marL="12700">
              <a:lnSpc>
                <a:spcPct val="100000"/>
              </a:lnSpc>
              <a:spcBef>
                <a:spcPts val="110"/>
              </a:spcBef>
            </a:pPr>
            <a:r>
              <a:rPr sz="4000" b="1" u="heavy" spc="-420" dirty="0">
                <a:solidFill>
                  <a:srgbClr val="696363"/>
                </a:solidFill>
                <a:uFill>
                  <a:solidFill>
                    <a:srgbClr val="855D5D"/>
                  </a:solidFill>
                </a:uFill>
                <a:latin typeface="Arial"/>
                <a:cs typeface="Arial"/>
              </a:rPr>
              <a:t>P</a:t>
            </a:r>
            <a:r>
              <a:rPr sz="4000" b="1" u="heavy" spc="-310" dirty="0">
                <a:solidFill>
                  <a:srgbClr val="696363"/>
                </a:solidFill>
                <a:uFill>
                  <a:solidFill>
                    <a:srgbClr val="855D5D"/>
                  </a:solidFill>
                </a:uFill>
                <a:latin typeface="Arial"/>
                <a:cs typeface="Arial"/>
              </a:rPr>
              <a:t>H</a:t>
            </a:r>
            <a:r>
              <a:rPr sz="4000" b="1" u="heavy" spc="-655" dirty="0">
                <a:solidFill>
                  <a:srgbClr val="696363"/>
                </a:solidFill>
                <a:uFill>
                  <a:solidFill>
                    <a:srgbClr val="855D5D"/>
                  </a:solidFill>
                </a:uFill>
                <a:latin typeface="Arial"/>
                <a:cs typeface="Arial"/>
              </a:rPr>
              <a:t>Y</a:t>
            </a:r>
            <a:r>
              <a:rPr sz="4000" b="1" u="heavy" spc="-310" dirty="0">
                <a:solidFill>
                  <a:srgbClr val="696363"/>
                </a:solidFill>
                <a:uFill>
                  <a:solidFill>
                    <a:srgbClr val="855D5D"/>
                  </a:solidFill>
                </a:uFill>
                <a:latin typeface="Arial"/>
                <a:cs typeface="Arial"/>
              </a:rPr>
              <a:t>SI</a:t>
            </a:r>
            <a:r>
              <a:rPr sz="4000" b="1" u="heavy" spc="-480" dirty="0">
                <a:solidFill>
                  <a:srgbClr val="696363"/>
                </a:solidFill>
                <a:uFill>
                  <a:solidFill>
                    <a:srgbClr val="855D5D"/>
                  </a:solidFill>
                </a:uFill>
                <a:latin typeface="Arial"/>
                <a:cs typeface="Arial"/>
              </a:rPr>
              <a:t>C</a:t>
            </a:r>
            <a:r>
              <a:rPr sz="4000" b="1" u="heavy" spc="-745" dirty="0">
                <a:solidFill>
                  <a:srgbClr val="696363"/>
                </a:solidFill>
                <a:uFill>
                  <a:solidFill>
                    <a:srgbClr val="855D5D"/>
                  </a:solidFill>
                </a:uFill>
                <a:latin typeface="Arial"/>
                <a:cs typeface="Arial"/>
              </a:rPr>
              <a:t>A</a:t>
            </a:r>
            <a:r>
              <a:rPr sz="4000" b="1" u="heavy" spc="-480" dirty="0">
                <a:solidFill>
                  <a:srgbClr val="696363"/>
                </a:solidFill>
                <a:uFill>
                  <a:solidFill>
                    <a:srgbClr val="855D5D"/>
                  </a:solidFill>
                </a:uFill>
                <a:latin typeface="Arial"/>
                <a:cs typeface="Arial"/>
              </a:rPr>
              <a:t>L</a:t>
            </a:r>
            <a:r>
              <a:rPr sz="4000" b="1" u="heavy" spc="-195" dirty="0">
                <a:solidFill>
                  <a:srgbClr val="696363"/>
                </a:solidFill>
                <a:uFill>
                  <a:solidFill>
                    <a:srgbClr val="855D5D"/>
                  </a:solidFill>
                </a:uFill>
                <a:latin typeface="Arial"/>
                <a:cs typeface="Arial"/>
              </a:rPr>
              <a:t> </a:t>
            </a:r>
            <a:r>
              <a:rPr sz="4000" b="1" u="heavy" spc="-455" dirty="0">
                <a:solidFill>
                  <a:srgbClr val="696363"/>
                </a:solidFill>
                <a:uFill>
                  <a:solidFill>
                    <a:srgbClr val="855D5D"/>
                  </a:solidFill>
                </a:uFill>
                <a:latin typeface="Arial"/>
                <a:cs typeface="Arial"/>
              </a:rPr>
              <a:t>L</a:t>
            </a:r>
            <a:r>
              <a:rPr sz="4000" b="1" u="heavy" spc="-975" dirty="0">
                <a:solidFill>
                  <a:srgbClr val="696363"/>
                </a:solidFill>
                <a:uFill>
                  <a:solidFill>
                    <a:srgbClr val="855D5D"/>
                  </a:solidFill>
                </a:uFill>
                <a:latin typeface="Arial"/>
                <a:cs typeface="Arial"/>
              </a:rPr>
              <a:t>A</a:t>
            </a:r>
            <a:r>
              <a:rPr sz="4000" b="1" u="heavy" spc="-610" dirty="0">
                <a:solidFill>
                  <a:srgbClr val="696363"/>
                </a:solidFill>
                <a:uFill>
                  <a:solidFill>
                    <a:srgbClr val="855D5D"/>
                  </a:solidFill>
                </a:uFill>
                <a:latin typeface="Arial"/>
                <a:cs typeface="Arial"/>
              </a:rPr>
              <a:t>Y</a:t>
            </a:r>
            <a:r>
              <a:rPr sz="4000" b="1" u="heavy" spc="-455" dirty="0">
                <a:solidFill>
                  <a:srgbClr val="696363"/>
                </a:solidFill>
                <a:uFill>
                  <a:solidFill>
                    <a:srgbClr val="855D5D"/>
                  </a:solidFill>
                </a:uFill>
                <a:latin typeface="Arial"/>
                <a:cs typeface="Arial"/>
              </a:rPr>
              <a:t>ER</a:t>
            </a:r>
            <a:r>
              <a:rPr sz="4000" b="1" u="heavy" spc="-330" dirty="0">
                <a:solidFill>
                  <a:srgbClr val="696363"/>
                </a:solidFill>
                <a:uFill>
                  <a:solidFill>
                    <a:srgbClr val="855D5D"/>
                  </a:solidFill>
                </a:uFill>
                <a:latin typeface="Arial"/>
                <a:cs typeface="Arial"/>
              </a:rPr>
              <a:t>:</a:t>
            </a:r>
            <a:r>
              <a:rPr sz="4000" b="1" u="heavy" spc="-195" dirty="0">
                <a:solidFill>
                  <a:srgbClr val="696363"/>
                </a:solidFill>
                <a:uFill>
                  <a:solidFill>
                    <a:srgbClr val="855D5D"/>
                  </a:solidFill>
                </a:uFill>
                <a:latin typeface="Arial"/>
                <a:cs typeface="Arial"/>
              </a:rPr>
              <a:t> </a:t>
            </a:r>
            <a:r>
              <a:rPr sz="4000" b="1" u="heavy" spc="-370" dirty="0">
                <a:solidFill>
                  <a:srgbClr val="696363"/>
                </a:solidFill>
                <a:uFill>
                  <a:solidFill>
                    <a:srgbClr val="855D5D"/>
                  </a:solidFill>
                </a:uFill>
                <a:latin typeface="Arial"/>
                <a:cs typeface="Arial"/>
              </a:rPr>
              <a:t>S</a:t>
            </a:r>
            <a:r>
              <a:rPr sz="4000" b="1" u="heavy" spc="-185" dirty="0">
                <a:solidFill>
                  <a:srgbClr val="696363"/>
                </a:solidFill>
                <a:uFill>
                  <a:solidFill>
                    <a:srgbClr val="855D5D"/>
                  </a:solidFill>
                </a:uFill>
                <a:latin typeface="Arial"/>
                <a:cs typeface="Arial"/>
              </a:rPr>
              <a:t>i</a:t>
            </a:r>
            <a:r>
              <a:rPr sz="4000" b="1" u="heavy" spc="-459" dirty="0">
                <a:solidFill>
                  <a:srgbClr val="696363"/>
                </a:solidFill>
                <a:uFill>
                  <a:solidFill>
                    <a:srgbClr val="855D5D"/>
                  </a:solidFill>
                </a:uFill>
                <a:latin typeface="Arial"/>
                <a:cs typeface="Arial"/>
              </a:rPr>
              <a:t>g</a:t>
            </a:r>
            <a:r>
              <a:rPr sz="4000" b="1" u="heavy" spc="-190" dirty="0">
                <a:solidFill>
                  <a:srgbClr val="696363"/>
                </a:solidFill>
                <a:uFill>
                  <a:solidFill>
                    <a:srgbClr val="855D5D"/>
                  </a:solidFill>
                </a:uFill>
                <a:latin typeface="Arial"/>
                <a:cs typeface="Arial"/>
              </a:rPr>
              <a:t>nal</a:t>
            </a:r>
            <a:r>
              <a:rPr sz="4000" b="1" u="heavy" spc="-185" dirty="0">
                <a:solidFill>
                  <a:srgbClr val="696363"/>
                </a:solidFill>
                <a:uFill>
                  <a:solidFill>
                    <a:srgbClr val="855D5D"/>
                  </a:solidFill>
                </a:uFill>
                <a:latin typeface="Arial"/>
                <a:cs typeface="Arial"/>
              </a:rPr>
              <a:t> </a:t>
            </a:r>
            <a:r>
              <a:rPr sz="4000" b="1" u="heavy" spc="-220" dirty="0">
                <a:solidFill>
                  <a:srgbClr val="696363"/>
                </a:solidFill>
                <a:uFill>
                  <a:solidFill>
                    <a:srgbClr val="855D5D"/>
                  </a:solidFill>
                </a:uFill>
                <a:latin typeface="Arial"/>
                <a:cs typeface="Arial"/>
              </a:rPr>
              <a:t>&amp;</a:t>
            </a:r>
            <a:r>
              <a:rPr sz="4000" b="1" u="heavy" spc="-120" dirty="0">
                <a:solidFill>
                  <a:srgbClr val="696363"/>
                </a:solidFill>
                <a:uFill>
                  <a:solidFill>
                    <a:srgbClr val="855D5D"/>
                  </a:solidFill>
                </a:uFill>
                <a:latin typeface="Arial"/>
                <a:cs typeface="Arial"/>
              </a:rPr>
              <a:t> </a:t>
            </a:r>
            <a:r>
              <a:rPr sz="4000" b="1" u="heavy" spc="-75" dirty="0">
                <a:solidFill>
                  <a:srgbClr val="696363"/>
                </a:solidFill>
                <a:uFill>
                  <a:solidFill>
                    <a:srgbClr val="855D5D"/>
                  </a:solidFill>
                </a:uFill>
                <a:latin typeface="Arial"/>
                <a:cs typeface="Arial"/>
              </a:rPr>
              <a:t>M</a:t>
            </a:r>
            <a:r>
              <a:rPr sz="4000" b="1" u="heavy" spc="-120" dirty="0">
                <a:solidFill>
                  <a:srgbClr val="696363"/>
                </a:solidFill>
                <a:uFill>
                  <a:solidFill>
                    <a:srgbClr val="855D5D"/>
                  </a:solidFill>
                </a:uFill>
                <a:latin typeface="Arial"/>
                <a:cs typeface="Arial"/>
              </a:rPr>
              <a:t>e</a:t>
            </a:r>
            <a:r>
              <a:rPr sz="4000" b="1" u="heavy" spc="-265" dirty="0">
                <a:solidFill>
                  <a:srgbClr val="696363"/>
                </a:solidFill>
                <a:uFill>
                  <a:solidFill>
                    <a:srgbClr val="855D5D"/>
                  </a:solidFill>
                </a:uFill>
                <a:latin typeface="Arial"/>
                <a:cs typeface="Arial"/>
              </a:rPr>
              <a:t>d</a:t>
            </a:r>
            <a:r>
              <a:rPr sz="4000" b="1" u="heavy" spc="-155" dirty="0">
                <a:solidFill>
                  <a:srgbClr val="696363"/>
                </a:solidFill>
                <a:uFill>
                  <a:solidFill>
                    <a:srgbClr val="855D5D"/>
                  </a:solidFill>
                </a:uFill>
                <a:latin typeface="Arial"/>
                <a:cs typeface="Arial"/>
              </a:rPr>
              <a:t>ia</a:t>
            </a:r>
            <a:endParaRPr sz="4000">
              <a:latin typeface="Arial"/>
              <a:cs typeface="Arial"/>
            </a:endParaRPr>
          </a:p>
        </p:txBody>
      </p:sp>
      <p:pic>
        <p:nvPicPr>
          <p:cNvPr id="3" name="object 3"/>
          <p:cNvPicPr/>
          <p:nvPr/>
        </p:nvPicPr>
        <p:blipFill>
          <a:blip r:embed="rId2" cstate="print"/>
          <a:stretch>
            <a:fillRect/>
          </a:stretch>
        </p:blipFill>
        <p:spPr>
          <a:xfrm>
            <a:off x="569976" y="1231372"/>
            <a:ext cx="7157974" cy="120161"/>
          </a:xfrm>
          <a:prstGeom prst="rect">
            <a:avLst/>
          </a:prstGeom>
        </p:spPr>
      </p:pic>
      <p:grpSp>
        <p:nvGrpSpPr>
          <p:cNvPr id="4" name="object 4"/>
          <p:cNvGrpSpPr/>
          <p:nvPr/>
        </p:nvGrpSpPr>
        <p:grpSpPr>
          <a:xfrm>
            <a:off x="606551" y="1621536"/>
            <a:ext cx="1594485" cy="661670"/>
            <a:chOff x="606551" y="1621536"/>
            <a:chExt cx="1594485" cy="661670"/>
          </a:xfrm>
        </p:grpSpPr>
        <p:sp>
          <p:nvSpPr>
            <p:cNvPr id="5" name="object 5"/>
            <p:cNvSpPr/>
            <p:nvPr/>
          </p:nvSpPr>
          <p:spPr>
            <a:xfrm>
              <a:off x="612647" y="1627632"/>
              <a:ext cx="1582420" cy="649605"/>
            </a:xfrm>
            <a:custGeom>
              <a:avLst/>
              <a:gdLst/>
              <a:ahLst/>
              <a:cxnLst/>
              <a:rect l="l" t="t" r="r" b="b"/>
              <a:pathLst>
                <a:path w="1582420" h="649605">
                  <a:moveTo>
                    <a:pt x="1473708" y="0"/>
                  </a:moveTo>
                  <a:lnTo>
                    <a:pt x="108203" y="0"/>
                  </a:lnTo>
                  <a:lnTo>
                    <a:pt x="66088" y="8495"/>
                  </a:lnTo>
                  <a:lnTo>
                    <a:pt x="31694" y="31670"/>
                  </a:lnTo>
                  <a:lnTo>
                    <a:pt x="8504" y="66061"/>
                  </a:lnTo>
                  <a:lnTo>
                    <a:pt x="0" y="108203"/>
                  </a:lnTo>
                  <a:lnTo>
                    <a:pt x="0" y="541019"/>
                  </a:lnTo>
                  <a:lnTo>
                    <a:pt x="8504" y="583162"/>
                  </a:lnTo>
                  <a:lnTo>
                    <a:pt x="31694" y="617553"/>
                  </a:lnTo>
                  <a:lnTo>
                    <a:pt x="66088" y="640728"/>
                  </a:lnTo>
                  <a:lnTo>
                    <a:pt x="108203" y="649223"/>
                  </a:lnTo>
                  <a:lnTo>
                    <a:pt x="1473708" y="649223"/>
                  </a:lnTo>
                  <a:lnTo>
                    <a:pt x="1515850" y="640728"/>
                  </a:lnTo>
                  <a:lnTo>
                    <a:pt x="1550241" y="617553"/>
                  </a:lnTo>
                  <a:lnTo>
                    <a:pt x="1573416" y="583162"/>
                  </a:lnTo>
                  <a:lnTo>
                    <a:pt x="1581912" y="541019"/>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6" name="object 6"/>
            <p:cNvSpPr/>
            <p:nvPr/>
          </p:nvSpPr>
          <p:spPr>
            <a:xfrm>
              <a:off x="612647" y="1627632"/>
              <a:ext cx="1582420" cy="649605"/>
            </a:xfrm>
            <a:custGeom>
              <a:avLst/>
              <a:gdLst/>
              <a:ahLst/>
              <a:cxnLst/>
              <a:rect l="l" t="t" r="r" b="b"/>
              <a:pathLst>
                <a:path w="1582420" h="649605">
                  <a:moveTo>
                    <a:pt x="0" y="108203"/>
                  </a:moveTo>
                  <a:lnTo>
                    <a:pt x="8504" y="66061"/>
                  </a:lnTo>
                  <a:lnTo>
                    <a:pt x="31694" y="31670"/>
                  </a:lnTo>
                  <a:lnTo>
                    <a:pt x="66088" y="8495"/>
                  </a:lnTo>
                  <a:lnTo>
                    <a:pt x="108203" y="0"/>
                  </a:lnTo>
                  <a:lnTo>
                    <a:pt x="1473708" y="0"/>
                  </a:lnTo>
                  <a:lnTo>
                    <a:pt x="1515850" y="8495"/>
                  </a:lnTo>
                  <a:lnTo>
                    <a:pt x="1550241" y="31670"/>
                  </a:lnTo>
                  <a:lnTo>
                    <a:pt x="1573416" y="66061"/>
                  </a:lnTo>
                  <a:lnTo>
                    <a:pt x="1581912" y="108203"/>
                  </a:lnTo>
                  <a:lnTo>
                    <a:pt x="1581912" y="541019"/>
                  </a:lnTo>
                  <a:lnTo>
                    <a:pt x="1573416" y="583162"/>
                  </a:lnTo>
                  <a:lnTo>
                    <a:pt x="1550241" y="617553"/>
                  </a:lnTo>
                  <a:lnTo>
                    <a:pt x="1515850" y="640728"/>
                  </a:lnTo>
                  <a:lnTo>
                    <a:pt x="1473708" y="649223"/>
                  </a:lnTo>
                  <a:lnTo>
                    <a:pt x="108203" y="649223"/>
                  </a:lnTo>
                  <a:lnTo>
                    <a:pt x="66088" y="640728"/>
                  </a:lnTo>
                  <a:lnTo>
                    <a:pt x="31694" y="617553"/>
                  </a:lnTo>
                  <a:lnTo>
                    <a:pt x="8504" y="583162"/>
                  </a:lnTo>
                  <a:lnTo>
                    <a:pt x="0" y="541019"/>
                  </a:lnTo>
                  <a:lnTo>
                    <a:pt x="0" y="108203"/>
                  </a:lnTo>
                  <a:close/>
                </a:path>
              </a:pathLst>
            </a:custGeom>
            <a:ln w="12191">
              <a:solidFill>
                <a:srgbClr val="9B310D"/>
              </a:solidFill>
            </a:ln>
          </p:spPr>
          <p:txBody>
            <a:bodyPr wrap="square" lIns="0" tIns="0" rIns="0" bIns="0" rtlCol="0"/>
            <a:lstStyle/>
            <a:p>
              <a:endParaRPr/>
            </a:p>
          </p:txBody>
        </p:sp>
      </p:grpSp>
      <p:sp>
        <p:nvSpPr>
          <p:cNvPr id="7" name="object 7"/>
          <p:cNvSpPr txBox="1"/>
          <p:nvPr/>
        </p:nvSpPr>
        <p:spPr>
          <a:xfrm>
            <a:off x="995578" y="1714957"/>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2</a:t>
            </a:r>
            <a:endParaRPr sz="2400">
              <a:latin typeface="Times New Roman"/>
              <a:cs typeface="Times New Roman"/>
            </a:endParaRPr>
          </a:p>
        </p:txBody>
      </p:sp>
      <p:pic>
        <p:nvPicPr>
          <p:cNvPr id="8" name="object 8"/>
          <p:cNvPicPr/>
          <p:nvPr/>
        </p:nvPicPr>
        <p:blipFill>
          <a:blip r:embed="rId3" cstate="print"/>
          <a:stretch>
            <a:fillRect/>
          </a:stretch>
        </p:blipFill>
        <p:spPr>
          <a:xfrm>
            <a:off x="1447800" y="4572000"/>
            <a:ext cx="6858000" cy="1981200"/>
          </a:xfrm>
          <a:prstGeom prst="rect">
            <a:avLst/>
          </a:prstGeom>
        </p:spPr>
      </p:pic>
      <p:pic>
        <p:nvPicPr>
          <p:cNvPr id="9" name="object 9"/>
          <p:cNvPicPr/>
          <p:nvPr/>
        </p:nvPicPr>
        <p:blipFill>
          <a:blip r:embed="rId4" cstate="print"/>
          <a:stretch>
            <a:fillRect/>
          </a:stretch>
        </p:blipFill>
        <p:spPr>
          <a:xfrm>
            <a:off x="1447800" y="2362200"/>
            <a:ext cx="6858000" cy="2057400"/>
          </a:xfrm>
          <a:prstGeom prst="rect">
            <a:avLst/>
          </a:prstGeom>
        </p:spPr>
      </p:pic>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9976" y="1231372"/>
            <a:ext cx="7157974" cy="120161"/>
          </a:xfrm>
          <a:prstGeom prst="rect">
            <a:avLst/>
          </a:prstGeom>
        </p:spPr>
      </p:pic>
      <p:sp>
        <p:nvSpPr>
          <p:cNvPr id="3" name="object 3"/>
          <p:cNvSpPr txBox="1">
            <a:spLocks noGrp="1"/>
          </p:cNvSpPr>
          <p:nvPr>
            <p:ph type="title"/>
          </p:nvPr>
        </p:nvSpPr>
        <p:spPr>
          <a:xfrm>
            <a:off x="601472" y="563956"/>
            <a:ext cx="7082155" cy="757555"/>
          </a:xfrm>
          <a:prstGeom prst="rect">
            <a:avLst/>
          </a:prstGeom>
        </p:spPr>
        <p:txBody>
          <a:bodyPr vert="horz" wrap="square" lIns="0" tIns="12700" rIns="0" bIns="0" rtlCol="0">
            <a:spAutoFit/>
          </a:bodyPr>
          <a:lstStyle/>
          <a:p>
            <a:pPr marL="12700">
              <a:lnSpc>
                <a:spcPct val="100000"/>
              </a:lnSpc>
              <a:spcBef>
                <a:spcPts val="100"/>
              </a:spcBef>
              <a:tabLst>
                <a:tab pos="7068820" algn="l"/>
              </a:tabLst>
            </a:pPr>
            <a:r>
              <a:rPr b="1" u="heavy" spc="-135" dirty="0">
                <a:solidFill>
                  <a:srgbClr val="696363"/>
                </a:solidFill>
                <a:uFill>
                  <a:solidFill>
                    <a:srgbClr val="855D5D"/>
                  </a:solidFill>
                </a:uFill>
                <a:latin typeface="Arial"/>
                <a:cs typeface="Arial"/>
              </a:rPr>
              <a:t> </a:t>
            </a:r>
            <a:r>
              <a:rPr b="1" u="heavy" spc="550" dirty="0">
                <a:solidFill>
                  <a:srgbClr val="696363"/>
                </a:solidFill>
                <a:uFill>
                  <a:solidFill>
                    <a:srgbClr val="855D5D"/>
                  </a:solidFill>
                </a:uFill>
                <a:latin typeface="Arial"/>
                <a:cs typeface="Arial"/>
              </a:rPr>
              <a:t> </a:t>
            </a:r>
            <a:r>
              <a:rPr b="1" u="heavy" spc="-445" dirty="0">
                <a:solidFill>
                  <a:srgbClr val="696363"/>
                </a:solidFill>
                <a:uFill>
                  <a:solidFill>
                    <a:srgbClr val="855D5D"/>
                  </a:solidFill>
                </a:uFill>
                <a:latin typeface="Arial"/>
                <a:cs typeface="Arial"/>
              </a:rPr>
              <a:t>D</a:t>
            </a:r>
            <a:r>
              <a:rPr b="1" u="heavy" spc="-1215" dirty="0">
                <a:solidFill>
                  <a:srgbClr val="696363"/>
                </a:solidFill>
                <a:uFill>
                  <a:solidFill>
                    <a:srgbClr val="855D5D"/>
                  </a:solidFill>
                </a:uFill>
                <a:latin typeface="Arial"/>
                <a:cs typeface="Arial"/>
              </a:rPr>
              <a:t>A</a:t>
            </a:r>
            <a:r>
              <a:rPr b="1" u="heavy" spc="-875" dirty="0">
                <a:solidFill>
                  <a:srgbClr val="696363"/>
                </a:solidFill>
                <a:uFill>
                  <a:solidFill>
                    <a:srgbClr val="855D5D"/>
                  </a:solidFill>
                </a:uFill>
                <a:latin typeface="Arial"/>
                <a:cs typeface="Arial"/>
              </a:rPr>
              <a:t>T</a:t>
            </a:r>
            <a:r>
              <a:rPr b="1" u="heavy" spc="-894" dirty="0">
                <a:solidFill>
                  <a:srgbClr val="696363"/>
                </a:solidFill>
                <a:uFill>
                  <a:solidFill>
                    <a:srgbClr val="855D5D"/>
                  </a:solidFill>
                </a:uFill>
                <a:latin typeface="Arial"/>
                <a:cs typeface="Arial"/>
              </a:rPr>
              <a:t>A</a:t>
            </a:r>
            <a:r>
              <a:rPr b="1" u="heavy" spc="-165" dirty="0">
                <a:solidFill>
                  <a:srgbClr val="696363"/>
                </a:solidFill>
                <a:uFill>
                  <a:solidFill>
                    <a:srgbClr val="855D5D"/>
                  </a:solidFill>
                </a:uFill>
                <a:latin typeface="Arial"/>
                <a:cs typeface="Arial"/>
              </a:rPr>
              <a:t> </a:t>
            </a:r>
            <a:r>
              <a:rPr b="1" u="heavy" spc="-565" dirty="0">
                <a:solidFill>
                  <a:srgbClr val="696363"/>
                </a:solidFill>
                <a:uFill>
                  <a:solidFill>
                    <a:srgbClr val="855D5D"/>
                  </a:solidFill>
                </a:uFill>
                <a:latin typeface="Arial"/>
                <a:cs typeface="Arial"/>
              </a:rPr>
              <a:t>L</a:t>
            </a:r>
            <a:r>
              <a:rPr b="1" u="heavy" spc="-120" dirty="0">
                <a:solidFill>
                  <a:srgbClr val="696363"/>
                </a:solidFill>
                <a:uFill>
                  <a:solidFill>
                    <a:srgbClr val="855D5D"/>
                  </a:solidFill>
                </a:uFill>
                <a:latin typeface="Arial"/>
                <a:cs typeface="Arial"/>
              </a:rPr>
              <a:t>I</a:t>
            </a:r>
            <a:r>
              <a:rPr b="1" u="heavy" spc="-310" dirty="0">
                <a:solidFill>
                  <a:srgbClr val="696363"/>
                </a:solidFill>
                <a:uFill>
                  <a:solidFill>
                    <a:srgbClr val="855D5D"/>
                  </a:solidFill>
                </a:uFill>
                <a:latin typeface="Arial"/>
                <a:cs typeface="Arial"/>
              </a:rPr>
              <a:t>N</a:t>
            </a:r>
            <a:r>
              <a:rPr b="1" u="heavy" spc="-450" dirty="0">
                <a:solidFill>
                  <a:srgbClr val="696363"/>
                </a:solidFill>
                <a:uFill>
                  <a:solidFill>
                    <a:srgbClr val="855D5D"/>
                  </a:solidFill>
                </a:uFill>
                <a:latin typeface="Arial"/>
                <a:cs typeface="Arial"/>
              </a:rPr>
              <a:t>K</a:t>
            </a:r>
            <a:r>
              <a:rPr b="1" u="heavy" spc="-180" dirty="0">
                <a:solidFill>
                  <a:srgbClr val="696363"/>
                </a:solidFill>
                <a:uFill>
                  <a:solidFill>
                    <a:srgbClr val="855D5D"/>
                  </a:solidFill>
                </a:uFill>
                <a:latin typeface="Arial"/>
                <a:cs typeface="Arial"/>
              </a:rPr>
              <a:t> </a:t>
            </a:r>
            <a:r>
              <a:rPr b="1" u="heavy" spc="-565" dirty="0">
                <a:solidFill>
                  <a:srgbClr val="696363"/>
                </a:solidFill>
                <a:uFill>
                  <a:solidFill>
                    <a:srgbClr val="855D5D"/>
                  </a:solidFill>
                </a:uFill>
                <a:latin typeface="Arial"/>
                <a:cs typeface="Arial"/>
              </a:rPr>
              <a:t>L</a:t>
            </a:r>
            <a:r>
              <a:rPr b="1" u="heavy" spc="-1165" dirty="0">
                <a:solidFill>
                  <a:srgbClr val="696363"/>
                </a:solidFill>
                <a:uFill>
                  <a:solidFill>
                    <a:srgbClr val="855D5D"/>
                  </a:solidFill>
                </a:uFill>
                <a:latin typeface="Arial"/>
                <a:cs typeface="Arial"/>
              </a:rPr>
              <a:t>A</a:t>
            </a:r>
            <a:r>
              <a:rPr b="1" u="heavy" spc="-740" dirty="0">
                <a:solidFill>
                  <a:srgbClr val="696363"/>
                </a:solidFill>
                <a:uFill>
                  <a:solidFill>
                    <a:srgbClr val="855D5D"/>
                  </a:solidFill>
                </a:uFill>
                <a:latin typeface="Arial"/>
                <a:cs typeface="Arial"/>
              </a:rPr>
              <a:t>Y</a:t>
            </a:r>
            <a:r>
              <a:rPr b="1" u="heavy" spc="-575" dirty="0">
                <a:solidFill>
                  <a:srgbClr val="696363"/>
                </a:solidFill>
                <a:uFill>
                  <a:solidFill>
                    <a:srgbClr val="855D5D"/>
                  </a:solidFill>
                </a:uFill>
                <a:latin typeface="Arial"/>
                <a:cs typeface="Arial"/>
              </a:rPr>
              <a:t>E</a:t>
            </a:r>
            <a:r>
              <a:rPr b="1" u="heavy" spc="-525" dirty="0">
                <a:solidFill>
                  <a:srgbClr val="696363"/>
                </a:solidFill>
                <a:uFill>
                  <a:solidFill>
                    <a:srgbClr val="855D5D"/>
                  </a:solidFill>
                </a:uFill>
                <a:latin typeface="Arial"/>
                <a:cs typeface="Arial"/>
              </a:rPr>
              <a:t>R</a:t>
            </a:r>
            <a:r>
              <a:rPr b="1" u="heavy" dirty="0">
                <a:solidFill>
                  <a:srgbClr val="696363"/>
                </a:solidFill>
                <a:uFill>
                  <a:solidFill>
                    <a:srgbClr val="855D5D"/>
                  </a:solidFill>
                </a:uFill>
                <a:latin typeface="Arial"/>
                <a:cs typeface="Arial"/>
              </a:rPr>
              <a:t>	</a:t>
            </a:r>
          </a:p>
        </p:txBody>
      </p:sp>
      <p:pic>
        <p:nvPicPr>
          <p:cNvPr id="4" name="object 4"/>
          <p:cNvPicPr/>
          <p:nvPr/>
        </p:nvPicPr>
        <p:blipFill>
          <a:blip r:embed="rId3" cstate="print"/>
          <a:stretch>
            <a:fillRect/>
          </a:stretch>
        </p:blipFill>
        <p:spPr>
          <a:xfrm>
            <a:off x="7391400" y="85343"/>
            <a:ext cx="1676400" cy="679703"/>
          </a:xfrm>
          <a:prstGeom prst="rect">
            <a:avLst/>
          </a:prstGeom>
        </p:spPr>
      </p:pic>
      <p:grpSp>
        <p:nvGrpSpPr>
          <p:cNvPr id="5" name="object 5"/>
          <p:cNvGrpSpPr/>
          <p:nvPr/>
        </p:nvGrpSpPr>
        <p:grpSpPr>
          <a:xfrm>
            <a:off x="454151" y="1426463"/>
            <a:ext cx="1594485" cy="661670"/>
            <a:chOff x="454151" y="1426463"/>
            <a:chExt cx="1594485" cy="661670"/>
          </a:xfrm>
        </p:grpSpPr>
        <p:sp>
          <p:nvSpPr>
            <p:cNvPr id="6" name="object 6"/>
            <p:cNvSpPr/>
            <p:nvPr/>
          </p:nvSpPr>
          <p:spPr>
            <a:xfrm>
              <a:off x="460247" y="1432559"/>
              <a:ext cx="1582420" cy="649605"/>
            </a:xfrm>
            <a:custGeom>
              <a:avLst/>
              <a:gdLst/>
              <a:ahLst/>
              <a:cxnLst/>
              <a:rect l="l" t="t" r="r" b="b"/>
              <a:pathLst>
                <a:path w="1582420" h="649605">
                  <a:moveTo>
                    <a:pt x="1473708" y="0"/>
                  </a:moveTo>
                  <a:lnTo>
                    <a:pt x="108203" y="0"/>
                  </a:lnTo>
                  <a:lnTo>
                    <a:pt x="66088" y="8495"/>
                  </a:lnTo>
                  <a:lnTo>
                    <a:pt x="31694" y="31670"/>
                  </a:lnTo>
                  <a:lnTo>
                    <a:pt x="8504" y="66061"/>
                  </a:lnTo>
                  <a:lnTo>
                    <a:pt x="0" y="108203"/>
                  </a:lnTo>
                  <a:lnTo>
                    <a:pt x="0" y="541019"/>
                  </a:lnTo>
                  <a:lnTo>
                    <a:pt x="8504" y="583162"/>
                  </a:lnTo>
                  <a:lnTo>
                    <a:pt x="31694" y="617553"/>
                  </a:lnTo>
                  <a:lnTo>
                    <a:pt x="66088" y="640728"/>
                  </a:lnTo>
                  <a:lnTo>
                    <a:pt x="108203" y="649224"/>
                  </a:lnTo>
                  <a:lnTo>
                    <a:pt x="1473708" y="649224"/>
                  </a:lnTo>
                  <a:lnTo>
                    <a:pt x="1515850" y="640728"/>
                  </a:lnTo>
                  <a:lnTo>
                    <a:pt x="1550241" y="617553"/>
                  </a:lnTo>
                  <a:lnTo>
                    <a:pt x="1573416" y="583162"/>
                  </a:lnTo>
                  <a:lnTo>
                    <a:pt x="1581912" y="541019"/>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7" name="object 7"/>
            <p:cNvSpPr/>
            <p:nvPr/>
          </p:nvSpPr>
          <p:spPr>
            <a:xfrm>
              <a:off x="460247" y="1432559"/>
              <a:ext cx="1582420" cy="649605"/>
            </a:xfrm>
            <a:custGeom>
              <a:avLst/>
              <a:gdLst/>
              <a:ahLst/>
              <a:cxnLst/>
              <a:rect l="l" t="t" r="r" b="b"/>
              <a:pathLst>
                <a:path w="1582420" h="649605">
                  <a:moveTo>
                    <a:pt x="0" y="108203"/>
                  </a:moveTo>
                  <a:lnTo>
                    <a:pt x="8504" y="66061"/>
                  </a:lnTo>
                  <a:lnTo>
                    <a:pt x="31694" y="31670"/>
                  </a:lnTo>
                  <a:lnTo>
                    <a:pt x="66088" y="8495"/>
                  </a:lnTo>
                  <a:lnTo>
                    <a:pt x="108203" y="0"/>
                  </a:lnTo>
                  <a:lnTo>
                    <a:pt x="1473708" y="0"/>
                  </a:lnTo>
                  <a:lnTo>
                    <a:pt x="1515850" y="8495"/>
                  </a:lnTo>
                  <a:lnTo>
                    <a:pt x="1550241" y="31670"/>
                  </a:lnTo>
                  <a:lnTo>
                    <a:pt x="1573416" y="66061"/>
                  </a:lnTo>
                  <a:lnTo>
                    <a:pt x="1581912" y="108203"/>
                  </a:lnTo>
                  <a:lnTo>
                    <a:pt x="1581912" y="541019"/>
                  </a:lnTo>
                  <a:lnTo>
                    <a:pt x="1573416" y="583162"/>
                  </a:lnTo>
                  <a:lnTo>
                    <a:pt x="1550241" y="617553"/>
                  </a:lnTo>
                  <a:lnTo>
                    <a:pt x="1515850" y="640728"/>
                  </a:lnTo>
                  <a:lnTo>
                    <a:pt x="1473708" y="649224"/>
                  </a:lnTo>
                  <a:lnTo>
                    <a:pt x="108203" y="649224"/>
                  </a:lnTo>
                  <a:lnTo>
                    <a:pt x="66088" y="640728"/>
                  </a:lnTo>
                  <a:lnTo>
                    <a:pt x="31694" y="617553"/>
                  </a:lnTo>
                  <a:lnTo>
                    <a:pt x="8504" y="583162"/>
                  </a:lnTo>
                  <a:lnTo>
                    <a:pt x="0" y="541019"/>
                  </a:lnTo>
                  <a:lnTo>
                    <a:pt x="0" y="108203"/>
                  </a:lnTo>
                  <a:close/>
                </a:path>
              </a:pathLst>
            </a:custGeom>
            <a:ln w="12192">
              <a:solidFill>
                <a:srgbClr val="9B310D"/>
              </a:solidFill>
            </a:ln>
          </p:spPr>
          <p:txBody>
            <a:bodyPr wrap="square" lIns="0" tIns="0" rIns="0" bIns="0" rtlCol="0"/>
            <a:lstStyle/>
            <a:p>
              <a:endParaRPr/>
            </a:p>
          </p:txBody>
        </p:sp>
      </p:grpSp>
      <p:sp>
        <p:nvSpPr>
          <p:cNvPr id="8" name="object 8"/>
          <p:cNvSpPr txBox="1"/>
          <p:nvPr/>
        </p:nvSpPr>
        <p:spPr>
          <a:xfrm>
            <a:off x="843178" y="1519504"/>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3</a:t>
            </a:r>
            <a:endParaRPr sz="24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
        <p:nvSpPr>
          <p:cNvPr id="9" name="object 9"/>
          <p:cNvSpPr txBox="1"/>
          <p:nvPr/>
        </p:nvSpPr>
        <p:spPr>
          <a:xfrm>
            <a:off x="691692" y="2921000"/>
            <a:ext cx="2503170" cy="1489075"/>
          </a:xfrm>
          <a:prstGeom prst="rect">
            <a:avLst/>
          </a:prstGeom>
        </p:spPr>
        <p:txBody>
          <a:bodyPr vert="horz" wrap="square" lIns="0" tIns="12700" rIns="0" bIns="0" rtlCol="0">
            <a:spAutoFit/>
          </a:bodyPr>
          <a:lstStyle/>
          <a:p>
            <a:pPr marL="12700" marR="5080">
              <a:lnSpc>
                <a:spcPct val="100000"/>
              </a:lnSpc>
              <a:spcBef>
                <a:spcPts val="100"/>
              </a:spcBef>
            </a:pPr>
            <a:r>
              <a:rPr sz="2400" spc="-15" dirty="0">
                <a:latin typeface="Times New Roman"/>
                <a:cs typeface="Times New Roman"/>
              </a:rPr>
              <a:t>Physical</a:t>
            </a:r>
            <a:r>
              <a:rPr sz="2400" spc="-105" dirty="0">
                <a:latin typeface="Times New Roman"/>
                <a:cs typeface="Times New Roman"/>
              </a:rPr>
              <a:t> </a:t>
            </a:r>
            <a:r>
              <a:rPr sz="2400" spc="-5" dirty="0">
                <a:latin typeface="Times New Roman"/>
                <a:cs typeface="Times New Roman"/>
              </a:rPr>
              <a:t>Addressing </a:t>
            </a:r>
            <a:r>
              <a:rPr sz="2400" spc="-585" dirty="0">
                <a:latin typeface="Times New Roman"/>
                <a:cs typeface="Times New Roman"/>
              </a:rPr>
              <a:t> </a:t>
            </a:r>
            <a:r>
              <a:rPr sz="2400" spc="-5" dirty="0">
                <a:latin typeface="Times New Roman"/>
                <a:cs typeface="Times New Roman"/>
              </a:rPr>
              <a:t>Framing</a:t>
            </a:r>
            <a:endParaRPr sz="2400">
              <a:latin typeface="Times New Roman"/>
              <a:cs typeface="Times New Roman"/>
            </a:endParaRPr>
          </a:p>
          <a:p>
            <a:pPr marL="12700" marR="831215">
              <a:lnSpc>
                <a:spcPct val="100000"/>
              </a:lnSpc>
            </a:pPr>
            <a:r>
              <a:rPr sz="2400" spc="-5" dirty="0">
                <a:latin typeface="Times New Roman"/>
                <a:cs typeface="Times New Roman"/>
              </a:rPr>
              <a:t>Flow </a:t>
            </a:r>
            <a:r>
              <a:rPr sz="2400" dirty="0">
                <a:latin typeface="Times New Roman"/>
                <a:cs typeface="Times New Roman"/>
              </a:rPr>
              <a:t>Control </a:t>
            </a:r>
            <a:r>
              <a:rPr sz="2400" spc="-585" dirty="0">
                <a:latin typeface="Times New Roman"/>
                <a:cs typeface="Times New Roman"/>
              </a:rPr>
              <a:t> </a:t>
            </a:r>
            <a:r>
              <a:rPr sz="2400" spc="-5" dirty="0">
                <a:latin typeface="Times New Roman"/>
                <a:cs typeface="Times New Roman"/>
              </a:rPr>
              <a:t>Error</a:t>
            </a:r>
            <a:r>
              <a:rPr sz="2400" spc="-80" dirty="0">
                <a:latin typeface="Times New Roman"/>
                <a:cs typeface="Times New Roman"/>
              </a:rPr>
              <a:t> </a:t>
            </a:r>
            <a:r>
              <a:rPr sz="2400" dirty="0">
                <a:latin typeface="Times New Roman"/>
                <a:cs typeface="Times New Roman"/>
              </a:rPr>
              <a:t>Control</a:t>
            </a:r>
            <a:endParaRPr sz="2400">
              <a:latin typeface="Times New Roman"/>
              <a:cs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0044" y="413969"/>
            <a:ext cx="6888480" cy="636905"/>
          </a:xfrm>
          <a:prstGeom prst="rect">
            <a:avLst/>
          </a:prstGeom>
        </p:spPr>
        <p:txBody>
          <a:bodyPr vert="horz" wrap="square" lIns="0" tIns="13970" rIns="0" bIns="0" rtlCol="0">
            <a:spAutoFit/>
          </a:bodyPr>
          <a:lstStyle/>
          <a:p>
            <a:pPr marL="12700">
              <a:lnSpc>
                <a:spcPct val="100000"/>
              </a:lnSpc>
              <a:spcBef>
                <a:spcPts val="110"/>
              </a:spcBef>
            </a:pPr>
            <a:r>
              <a:rPr sz="4000" b="1" spc="-235" dirty="0">
                <a:solidFill>
                  <a:srgbClr val="696363"/>
                </a:solidFill>
                <a:latin typeface="Arial"/>
                <a:cs typeface="Arial"/>
              </a:rPr>
              <a:t>N</a:t>
            </a:r>
            <a:r>
              <a:rPr sz="4000" b="1" spc="-509" dirty="0">
                <a:solidFill>
                  <a:srgbClr val="696363"/>
                </a:solidFill>
                <a:latin typeface="Arial"/>
                <a:cs typeface="Arial"/>
              </a:rPr>
              <a:t>E</a:t>
            </a:r>
            <a:r>
              <a:rPr sz="4000" b="1" spc="-365" dirty="0">
                <a:solidFill>
                  <a:srgbClr val="696363"/>
                </a:solidFill>
                <a:latin typeface="Arial"/>
                <a:cs typeface="Arial"/>
              </a:rPr>
              <a:t>T</a:t>
            </a:r>
            <a:r>
              <a:rPr sz="4000" b="1" spc="-540" dirty="0">
                <a:solidFill>
                  <a:srgbClr val="696363"/>
                </a:solidFill>
                <a:latin typeface="Arial"/>
                <a:cs typeface="Arial"/>
              </a:rPr>
              <a:t>W</a:t>
            </a:r>
            <a:r>
              <a:rPr sz="4000" b="1" spc="-525" dirty="0">
                <a:solidFill>
                  <a:srgbClr val="696363"/>
                </a:solidFill>
                <a:latin typeface="Arial"/>
                <a:cs typeface="Arial"/>
              </a:rPr>
              <a:t>O</a:t>
            </a:r>
            <a:r>
              <a:rPr sz="4000" b="1" spc="-509" dirty="0">
                <a:solidFill>
                  <a:srgbClr val="696363"/>
                </a:solidFill>
                <a:latin typeface="Arial"/>
                <a:cs typeface="Arial"/>
              </a:rPr>
              <a:t>R</a:t>
            </a:r>
            <a:r>
              <a:rPr sz="4000" b="1" spc="-370" dirty="0">
                <a:solidFill>
                  <a:srgbClr val="696363"/>
                </a:solidFill>
                <a:latin typeface="Arial"/>
                <a:cs typeface="Arial"/>
              </a:rPr>
              <a:t>K</a:t>
            </a:r>
            <a:r>
              <a:rPr sz="4000" b="1" spc="-180" dirty="0">
                <a:solidFill>
                  <a:srgbClr val="696363"/>
                </a:solidFill>
                <a:latin typeface="Arial"/>
                <a:cs typeface="Arial"/>
              </a:rPr>
              <a:t> </a:t>
            </a:r>
            <a:r>
              <a:rPr sz="4000" b="1" spc="-455" dirty="0">
                <a:solidFill>
                  <a:srgbClr val="696363"/>
                </a:solidFill>
                <a:latin typeface="Arial"/>
                <a:cs typeface="Arial"/>
              </a:rPr>
              <a:t>L</a:t>
            </a:r>
            <a:r>
              <a:rPr sz="4000" b="1" spc="-975" dirty="0">
                <a:solidFill>
                  <a:srgbClr val="696363"/>
                </a:solidFill>
                <a:latin typeface="Arial"/>
                <a:cs typeface="Arial"/>
              </a:rPr>
              <a:t>A</a:t>
            </a:r>
            <a:r>
              <a:rPr sz="4000" b="1" spc="-610" dirty="0">
                <a:solidFill>
                  <a:srgbClr val="696363"/>
                </a:solidFill>
                <a:latin typeface="Arial"/>
                <a:cs typeface="Arial"/>
              </a:rPr>
              <a:t>Y</a:t>
            </a:r>
            <a:r>
              <a:rPr sz="4000" b="1" spc="-490" dirty="0">
                <a:solidFill>
                  <a:srgbClr val="696363"/>
                </a:solidFill>
                <a:latin typeface="Arial"/>
                <a:cs typeface="Arial"/>
              </a:rPr>
              <a:t>E</a:t>
            </a:r>
            <a:r>
              <a:rPr sz="4000" b="1" spc="-385" dirty="0">
                <a:solidFill>
                  <a:srgbClr val="696363"/>
                </a:solidFill>
                <a:latin typeface="Arial"/>
                <a:cs typeface="Arial"/>
              </a:rPr>
              <a:t>R:</a:t>
            </a:r>
            <a:r>
              <a:rPr sz="4000" b="1" spc="-204" dirty="0">
                <a:solidFill>
                  <a:srgbClr val="696363"/>
                </a:solidFill>
                <a:latin typeface="Arial"/>
                <a:cs typeface="Arial"/>
              </a:rPr>
              <a:t> </a:t>
            </a:r>
            <a:r>
              <a:rPr sz="4000" b="1" spc="-90" dirty="0">
                <a:solidFill>
                  <a:srgbClr val="696363"/>
                </a:solidFill>
                <a:latin typeface="Arial"/>
                <a:cs typeface="Arial"/>
              </a:rPr>
              <a:t>I</a:t>
            </a:r>
            <a:r>
              <a:rPr sz="4000" b="1" spc="-430" dirty="0">
                <a:solidFill>
                  <a:srgbClr val="696363"/>
                </a:solidFill>
                <a:latin typeface="Arial"/>
                <a:cs typeface="Arial"/>
              </a:rPr>
              <a:t>P</a:t>
            </a:r>
            <a:r>
              <a:rPr sz="4000" b="1" spc="-145" dirty="0">
                <a:solidFill>
                  <a:srgbClr val="696363"/>
                </a:solidFill>
                <a:latin typeface="Arial"/>
                <a:cs typeface="Arial"/>
              </a:rPr>
              <a:t> </a:t>
            </a:r>
            <a:r>
              <a:rPr sz="4000" b="1" spc="-780" dirty="0">
                <a:solidFill>
                  <a:srgbClr val="696363"/>
                </a:solidFill>
                <a:latin typeface="Arial"/>
                <a:cs typeface="Arial"/>
              </a:rPr>
              <a:t>A</a:t>
            </a:r>
            <a:r>
              <a:rPr sz="4000" b="1" spc="-265" dirty="0">
                <a:solidFill>
                  <a:srgbClr val="696363"/>
                </a:solidFill>
                <a:latin typeface="Arial"/>
                <a:cs typeface="Arial"/>
              </a:rPr>
              <a:t>dd</a:t>
            </a:r>
            <a:r>
              <a:rPr sz="4000" b="1" spc="-220" dirty="0">
                <a:solidFill>
                  <a:srgbClr val="696363"/>
                </a:solidFill>
                <a:latin typeface="Arial"/>
                <a:cs typeface="Arial"/>
              </a:rPr>
              <a:t>r</a:t>
            </a:r>
            <a:r>
              <a:rPr sz="4000" b="1" spc="-290" dirty="0">
                <a:solidFill>
                  <a:srgbClr val="696363"/>
                </a:solidFill>
                <a:latin typeface="Arial"/>
                <a:cs typeface="Arial"/>
              </a:rPr>
              <a:t>es</a:t>
            </a:r>
            <a:r>
              <a:rPr sz="4000" b="1" spc="-275" dirty="0">
                <a:solidFill>
                  <a:srgbClr val="696363"/>
                </a:solidFill>
                <a:latin typeface="Arial"/>
                <a:cs typeface="Arial"/>
              </a:rPr>
              <a:t>s</a:t>
            </a:r>
            <a:r>
              <a:rPr sz="4000" b="1" spc="-320" dirty="0">
                <a:solidFill>
                  <a:srgbClr val="696363"/>
                </a:solidFill>
                <a:latin typeface="Arial"/>
                <a:cs typeface="Arial"/>
              </a:rPr>
              <a:t>ing</a:t>
            </a:r>
            <a:endParaRPr sz="4000">
              <a:latin typeface="Arial"/>
              <a:cs typeface="Arial"/>
            </a:endParaRPr>
          </a:p>
        </p:txBody>
      </p:sp>
      <p:pic>
        <p:nvPicPr>
          <p:cNvPr id="3" name="object 3"/>
          <p:cNvPicPr/>
          <p:nvPr/>
        </p:nvPicPr>
        <p:blipFill>
          <a:blip r:embed="rId2" cstate="print"/>
          <a:stretch>
            <a:fillRect/>
          </a:stretch>
        </p:blipFill>
        <p:spPr>
          <a:xfrm>
            <a:off x="7391400" y="85343"/>
            <a:ext cx="1676400" cy="679703"/>
          </a:xfrm>
          <a:prstGeom prst="rect">
            <a:avLst/>
          </a:prstGeom>
        </p:spPr>
      </p:pic>
      <p:grpSp>
        <p:nvGrpSpPr>
          <p:cNvPr id="4" name="object 4"/>
          <p:cNvGrpSpPr/>
          <p:nvPr/>
        </p:nvGrpSpPr>
        <p:grpSpPr>
          <a:xfrm>
            <a:off x="606551" y="1621536"/>
            <a:ext cx="1594485" cy="661670"/>
            <a:chOff x="606551" y="1621536"/>
            <a:chExt cx="1594485" cy="661670"/>
          </a:xfrm>
        </p:grpSpPr>
        <p:sp>
          <p:nvSpPr>
            <p:cNvPr id="5" name="object 5"/>
            <p:cNvSpPr/>
            <p:nvPr/>
          </p:nvSpPr>
          <p:spPr>
            <a:xfrm>
              <a:off x="612647" y="1627632"/>
              <a:ext cx="1582420" cy="649605"/>
            </a:xfrm>
            <a:custGeom>
              <a:avLst/>
              <a:gdLst/>
              <a:ahLst/>
              <a:cxnLst/>
              <a:rect l="l" t="t" r="r" b="b"/>
              <a:pathLst>
                <a:path w="1582420" h="649605">
                  <a:moveTo>
                    <a:pt x="1473708" y="0"/>
                  </a:moveTo>
                  <a:lnTo>
                    <a:pt x="108203" y="0"/>
                  </a:lnTo>
                  <a:lnTo>
                    <a:pt x="66088" y="8495"/>
                  </a:lnTo>
                  <a:lnTo>
                    <a:pt x="31694" y="31670"/>
                  </a:lnTo>
                  <a:lnTo>
                    <a:pt x="8504" y="66061"/>
                  </a:lnTo>
                  <a:lnTo>
                    <a:pt x="0" y="108203"/>
                  </a:lnTo>
                  <a:lnTo>
                    <a:pt x="0" y="541019"/>
                  </a:lnTo>
                  <a:lnTo>
                    <a:pt x="8504" y="583162"/>
                  </a:lnTo>
                  <a:lnTo>
                    <a:pt x="31694" y="617553"/>
                  </a:lnTo>
                  <a:lnTo>
                    <a:pt x="66088" y="640728"/>
                  </a:lnTo>
                  <a:lnTo>
                    <a:pt x="108203" y="649223"/>
                  </a:lnTo>
                  <a:lnTo>
                    <a:pt x="1473708" y="649223"/>
                  </a:lnTo>
                  <a:lnTo>
                    <a:pt x="1515850" y="640728"/>
                  </a:lnTo>
                  <a:lnTo>
                    <a:pt x="1550241" y="617553"/>
                  </a:lnTo>
                  <a:lnTo>
                    <a:pt x="1573416" y="583162"/>
                  </a:lnTo>
                  <a:lnTo>
                    <a:pt x="1581912" y="541019"/>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6" name="object 6"/>
            <p:cNvSpPr/>
            <p:nvPr/>
          </p:nvSpPr>
          <p:spPr>
            <a:xfrm>
              <a:off x="612647" y="1627632"/>
              <a:ext cx="1582420" cy="649605"/>
            </a:xfrm>
            <a:custGeom>
              <a:avLst/>
              <a:gdLst/>
              <a:ahLst/>
              <a:cxnLst/>
              <a:rect l="l" t="t" r="r" b="b"/>
              <a:pathLst>
                <a:path w="1582420" h="649605">
                  <a:moveTo>
                    <a:pt x="0" y="108203"/>
                  </a:moveTo>
                  <a:lnTo>
                    <a:pt x="8504" y="66061"/>
                  </a:lnTo>
                  <a:lnTo>
                    <a:pt x="31694" y="31670"/>
                  </a:lnTo>
                  <a:lnTo>
                    <a:pt x="66088" y="8495"/>
                  </a:lnTo>
                  <a:lnTo>
                    <a:pt x="108203" y="0"/>
                  </a:lnTo>
                  <a:lnTo>
                    <a:pt x="1473708" y="0"/>
                  </a:lnTo>
                  <a:lnTo>
                    <a:pt x="1515850" y="8495"/>
                  </a:lnTo>
                  <a:lnTo>
                    <a:pt x="1550241" y="31670"/>
                  </a:lnTo>
                  <a:lnTo>
                    <a:pt x="1573416" y="66061"/>
                  </a:lnTo>
                  <a:lnTo>
                    <a:pt x="1581912" y="108203"/>
                  </a:lnTo>
                  <a:lnTo>
                    <a:pt x="1581912" y="541019"/>
                  </a:lnTo>
                  <a:lnTo>
                    <a:pt x="1573416" y="583162"/>
                  </a:lnTo>
                  <a:lnTo>
                    <a:pt x="1550241" y="617553"/>
                  </a:lnTo>
                  <a:lnTo>
                    <a:pt x="1515850" y="640728"/>
                  </a:lnTo>
                  <a:lnTo>
                    <a:pt x="1473708" y="649223"/>
                  </a:lnTo>
                  <a:lnTo>
                    <a:pt x="108203" y="649223"/>
                  </a:lnTo>
                  <a:lnTo>
                    <a:pt x="66088" y="640728"/>
                  </a:lnTo>
                  <a:lnTo>
                    <a:pt x="31694" y="617553"/>
                  </a:lnTo>
                  <a:lnTo>
                    <a:pt x="8504" y="583162"/>
                  </a:lnTo>
                  <a:lnTo>
                    <a:pt x="0" y="541019"/>
                  </a:lnTo>
                  <a:lnTo>
                    <a:pt x="0" y="108203"/>
                  </a:lnTo>
                  <a:close/>
                </a:path>
              </a:pathLst>
            </a:custGeom>
            <a:ln w="12191">
              <a:solidFill>
                <a:srgbClr val="9B310D"/>
              </a:solidFill>
            </a:ln>
          </p:spPr>
          <p:txBody>
            <a:bodyPr wrap="square" lIns="0" tIns="0" rIns="0" bIns="0" rtlCol="0"/>
            <a:lstStyle/>
            <a:p>
              <a:endParaRPr/>
            </a:p>
          </p:txBody>
        </p:sp>
      </p:grpSp>
      <p:grpSp>
        <p:nvGrpSpPr>
          <p:cNvPr id="7" name="object 7"/>
          <p:cNvGrpSpPr/>
          <p:nvPr/>
        </p:nvGrpSpPr>
        <p:grpSpPr>
          <a:xfrm>
            <a:off x="579494" y="1240616"/>
            <a:ext cx="7120255" cy="5389245"/>
            <a:chOff x="579494" y="1240616"/>
            <a:chExt cx="7120255" cy="5389245"/>
          </a:xfrm>
        </p:grpSpPr>
        <p:pic>
          <p:nvPicPr>
            <p:cNvPr id="8" name="object 8"/>
            <p:cNvPicPr/>
            <p:nvPr/>
          </p:nvPicPr>
          <p:blipFill>
            <a:blip r:embed="rId3" cstate="print"/>
            <a:stretch>
              <a:fillRect/>
            </a:stretch>
          </p:blipFill>
          <p:spPr>
            <a:xfrm>
              <a:off x="579494" y="1240616"/>
              <a:ext cx="7119899" cy="101674"/>
            </a:xfrm>
            <a:prstGeom prst="rect">
              <a:avLst/>
            </a:prstGeom>
          </p:spPr>
        </p:pic>
        <p:sp>
          <p:nvSpPr>
            <p:cNvPr id="9" name="object 9"/>
            <p:cNvSpPr/>
            <p:nvPr/>
          </p:nvSpPr>
          <p:spPr>
            <a:xfrm>
              <a:off x="614171" y="1269492"/>
              <a:ext cx="7056755" cy="0"/>
            </a:xfrm>
            <a:custGeom>
              <a:avLst/>
              <a:gdLst/>
              <a:ahLst/>
              <a:cxnLst/>
              <a:rect l="l" t="t" r="r" b="b"/>
              <a:pathLst>
                <a:path w="7056755">
                  <a:moveTo>
                    <a:pt x="0" y="0"/>
                  </a:moveTo>
                  <a:lnTo>
                    <a:pt x="7056374" y="0"/>
                  </a:lnTo>
                </a:path>
              </a:pathLst>
            </a:custGeom>
            <a:ln w="39624">
              <a:solidFill>
                <a:srgbClr val="855D5D"/>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5257800" y="4572000"/>
              <a:ext cx="2056790" cy="2057400"/>
            </a:xfrm>
            <a:prstGeom prst="rect">
              <a:avLst/>
            </a:prstGeom>
          </p:spPr>
        </p:pic>
        <p:pic>
          <p:nvPicPr>
            <p:cNvPr id="11" name="object 11"/>
            <p:cNvPicPr/>
            <p:nvPr/>
          </p:nvPicPr>
          <p:blipFill>
            <a:blip r:embed="rId5" cstate="print"/>
            <a:stretch>
              <a:fillRect/>
            </a:stretch>
          </p:blipFill>
          <p:spPr>
            <a:xfrm>
              <a:off x="2285999" y="1295400"/>
              <a:ext cx="5410200" cy="3261360"/>
            </a:xfrm>
            <a:prstGeom prst="rect">
              <a:avLst/>
            </a:prstGeom>
          </p:spPr>
        </p:pic>
      </p:grpSp>
      <p:sp>
        <p:nvSpPr>
          <p:cNvPr id="12" name="object 12"/>
          <p:cNvSpPr txBox="1"/>
          <p:nvPr/>
        </p:nvSpPr>
        <p:spPr>
          <a:xfrm>
            <a:off x="995578" y="1714957"/>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4</a:t>
            </a:r>
            <a:endParaRPr sz="2400">
              <a:latin typeface="Times New Roman"/>
              <a:cs typeface="Times New Roman"/>
            </a:endParaRPr>
          </a:p>
        </p:txBody>
      </p:sp>
      <p:pic>
        <p:nvPicPr>
          <p:cNvPr id="13" name="object 13"/>
          <p:cNvPicPr/>
          <p:nvPr/>
        </p:nvPicPr>
        <p:blipFill>
          <a:blip r:embed="rId6" cstate="print"/>
          <a:stretch>
            <a:fillRect/>
          </a:stretch>
        </p:blipFill>
        <p:spPr>
          <a:xfrm>
            <a:off x="1934431" y="4780279"/>
            <a:ext cx="3116128" cy="1717039"/>
          </a:xfrm>
          <a:prstGeom prst="rect">
            <a:avLst/>
          </a:prstGeom>
        </p:spPr>
      </p:pic>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9976" y="1231372"/>
            <a:ext cx="7157974" cy="120161"/>
          </a:xfrm>
          <a:prstGeom prst="rect">
            <a:avLst/>
          </a:prstGeom>
        </p:spPr>
      </p:pic>
      <p:sp>
        <p:nvSpPr>
          <p:cNvPr id="3" name="object 3"/>
          <p:cNvSpPr txBox="1"/>
          <p:nvPr/>
        </p:nvSpPr>
        <p:spPr>
          <a:xfrm>
            <a:off x="601472" y="563956"/>
            <a:ext cx="7082155" cy="757555"/>
          </a:xfrm>
          <a:prstGeom prst="rect">
            <a:avLst/>
          </a:prstGeom>
        </p:spPr>
        <p:txBody>
          <a:bodyPr vert="horz" wrap="square" lIns="0" tIns="12700" rIns="0" bIns="0" rtlCol="0">
            <a:spAutoFit/>
          </a:bodyPr>
          <a:lstStyle/>
          <a:p>
            <a:pPr marL="12700">
              <a:lnSpc>
                <a:spcPct val="100000"/>
              </a:lnSpc>
              <a:spcBef>
                <a:spcPts val="100"/>
              </a:spcBef>
              <a:tabLst>
                <a:tab pos="7068820" algn="l"/>
              </a:tabLst>
            </a:pPr>
            <a:r>
              <a:rPr sz="4800" b="1" u="heavy" spc="-135" dirty="0">
                <a:solidFill>
                  <a:srgbClr val="696363"/>
                </a:solidFill>
                <a:uFill>
                  <a:solidFill>
                    <a:srgbClr val="855D5D"/>
                  </a:solidFill>
                </a:uFill>
                <a:latin typeface="Arial"/>
                <a:cs typeface="Arial"/>
              </a:rPr>
              <a:t> </a:t>
            </a:r>
            <a:r>
              <a:rPr sz="4800" b="1" u="heavy" spc="550" dirty="0">
                <a:solidFill>
                  <a:srgbClr val="696363"/>
                </a:solidFill>
                <a:uFill>
                  <a:solidFill>
                    <a:srgbClr val="855D5D"/>
                  </a:solidFill>
                </a:uFill>
                <a:latin typeface="Arial"/>
                <a:cs typeface="Arial"/>
              </a:rPr>
              <a:t> </a:t>
            </a:r>
            <a:r>
              <a:rPr sz="4800" b="1" u="heavy" spc="-590" dirty="0">
                <a:solidFill>
                  <a:srgbClr val="696363"/>
                </a:solidFill>
                <a:uFill>
                  <a:solidFill>
                    <a:srgbClr val="855D5D"/>
                  </a:solidFill>
                </a:uFill>
                <a:latin typeface="Arial"/>
                <a:cs typeface="Arial"/>
              </a:rPr>
              <a:t>T</a:t>
            </a:r>
            <a:r>
              <a:rPr sz="4800" b="1" u="heavy" spc="-500" dirty="0">
                <a:solidFill>
                  <a:srgbClr val="696363"/>
                </a:solidFill>
                <a:uFill>
                  <a:solidFill>
                    <a:srgbClr val="855D5D"/>
                  </a:solidFill>
                </a:uFill>
                <a:latin typeface="Arial"/>
                <a:cs typeface="Arial"/>
              </a:rPr>
              <a:t>R</a:t>
            </a:r>
            <a:r>
              <a:rPr sz="4800" b="1" u="heavy" spc="-880" dirty="0">
                <a:solidFill>
                  <a:srgbClr val="696363"/>
                </a:solidFill>
                <a:uFill>
                  <a:solidFill>
                    <a:srgbClr val="855D5D"/>
                  </a:solidFill>
                </a:uFill>
                <a:latin typeface="Arial"/>
                <a:cs typeface="Arial"/>
              </a:rPr>
              <a:t>A</a:t>
            </a:r>
            <a:r>
              <a:rPr sz="4800" b="1" u="heavy" spc="-310" dirty="0">
                <a:solidFill>
                  <a:srgbClr val="696363"/>
                </a:solidFill>
                <a:uFill>
                  <a:solidFill>
                    <a:srgbClr val="855D5D"/>
                  </a:solidFill>
                </a:uFill>
                <a:latin typeface="Arial"/>
                <a:cs typeface="Arial"/>
              </a:rPr>
              <a:t>N</a:t>
            </a:r>
            <a:r>
              <a:rPr sz="4800" b="1" u="heavy" spc="-560" dirty="0">
                <a:solidFill>
                  <a:srgbClr val="696363"/>
                </a:solidFill>
                <a:uFill>
                  <a:solidFill>
                    <a:srgbClr val="855D5D"/>
                  </a:solidFill>
                </a:uFill>
                <a:latin typeface="Arial"/>
                <a:cs typeface="Arial"/>
              </a:rPr>
              <a:t>SPOR</a:t>
            </a:r>
            <a:r>
              <a:rPr sz="4800" b="1" u="heavy" spc="-605" dirty="0">
                <a:solidFill>
                  <a:srgbClr val="696363"/>
                </a:solidFill>
                <a:uFill>
                  <a:solidFill>
                    <a:srgbClr val="855D5D"/>
                  </a:solidFill>
                </a:uFill>
                <a:latin typeface="Arial"/>
                <a:cs typeface="Arial"/>
              </a:rPr>
              <a:t>T</a:t>
            </a:r>
            <a:r>
              <a:rPr sz="4800" b="1" u="heavy" spc="-220" dirty="0">
                <a:solidFill>
                  <a:srgbClr val="696363"/>
                </a:solidFill>
                <a:uFill>
                  <a:solidFill>
                    <a:srgbClr val="855D5D"/>
                  </a:solidFill>
                </a:uFill>
                <a:latin typeface="Arial"/>
                <a:cs typeface="Arial"/>
              </a:rPr>
              <a:t> </a:t>
            </a:r>
            <a:r>
              <a:rPr sz="4800" b="1" u="heavy" spc="-565" dirty="0">
                <a:solidFill>
                  <a:srgbClr val="696363"/>
                </a:solidFill>
                <a:uFill>
                  <a:solidFill>
                    <a:srgbClr val="855D5D"/>
                  </a:solidFill>
                </a:uFill>
                <a:latin typeface="Arial"/>
                <a:cs typeface="Arial"/>
              </a:rPr>
              <a:t>L</a:t>
            </a:r>
            <a:r>
              <a:rPr sz="4800" b="1" u="heavy" spc="-1165" dirty="0">
                <a:solidFill>
                  <a:srgbClr val="696363"/>
                </a:solidFill>
                <a:uFill>
                  <a:solidFill>
                    <a:srgbClr val="855D5D"/>
                  </a:solidFill>
                </a:uFill>
                <a:latin typeface="Arial"/>
                <a:cs typeface="Arial"/>
              </a:rPr>
              <a:t>A</a:t>
            </a:r>
            <a:r>
              <a:rPr sz="4800" b="1" u="heavy" spc="-740" dirty="0">
                <a:solidFill>
                  <a:srgbClr val="696363"/>
                </a:solidFill>
                <a:uFill>
                  <a:solidFill>
                    <a:srgbClr val="855D5D"/>
                  </a:solidFill>
                </a:uFill>
                <a:latin typeface="Arial"/>
                <a:cs typeface="Arial"/>
              </a:rPr>
              <a:t>Y</a:t>
            </a:r>
            <a:r>
              <a:rPr sz="4800" b="1" u="heavy" spc="-575" dirty="0">
                <a:solidFill>
                  <a:srgbClr val="696363"/>
                </a:solidFill>
                <a:uFill>
                  <a:solidFill>
                    <a:srgbClr val="855D5D"/>
                  </a:solidFill>
                </a:uFill>
                <a:latin typeface="Arial"/>
                <a:cs typeface="Arial"/>
              </a:rPr>
              <a:t>E</a:t>
            </a:r>
            <a:r>
              <a:rPr sz="4800" b="1" u="heavy" spc="-525" dirty="0">
                <a:solidFill>
                  <a:srgbClr val="696363"/>
                </a:solidFill>
                <a:uFill>
                  <a:solidFill>
                    <a:srgbClr val="855D5D"/>
                  </a:solidFill>
                </a:uFill>
                <a:latin typeface="Arial"/>
                <a:cs typeface="Arial"/>
              </a:rPr>
              <a:t>R</a:t>
            </a:r>
            <a:r>
              <a:rPr sz="4800" b="1" u="heavy" dirty="0">
                <a:solidFill>
                  <a:srgbClr val="696363"/>
                </a:solidFill>
                <a:uFill>
                  <a:solidFill>
                    <a:srgbClr val="855D5D"/>
                  </a:solidFill>
                </a:uFill>
                <a:latin typeface="Arial"/>
                <a:cs typeface="Arial"/>
              </a:rPr>
              <a:t>	</a:t>
            </a:r>
            <a:endParaRPr sz="4800">
              <a:latin typeface="Arial"/>
              <a:cs typeface="Arial"/>
            </a:endParaRPr>
          </a:p>
        </p:txBody>
      </p:sp>
      <p:pic>
        <p:nvPicPr>
          <p:cNvPr id="4" name="object 4"/>
          <p:cNvPicPr/>
          <p:nvPr/>
        </p:nvPicPr>
        <p:blipFill>
          <a:blip r:embed="rId3" cstate="print"/>
          <a:stretch>
            <a:fillRect/>
          </a:stretch>
        </p:blipFill>
        <p:spPr>
          <a:xfrm>
            <a:off x="7391400" y="85343"/>
            <a:ext cx="1676400" cy="679703"/>
          </a:xfrm>
          <a:prstGeom prst="rect">
            <a:avLst/>
          </a:prstGeom>
        </p:spPr>
      </p:pic>
      <p:grpSp>
        <p:nvGrpSpPr>
          <p:cNvPr id="5" name="object 5"/>
          <p:cNvGrpSpPr/>
          <p:nvPr/>
        </p:nvGrpSpPr>
        <p:grpSpPr>
          <a:xfrm>
            <a:off x="606551" y="1621536"/>
            <a:ext cx="1594485" cy="661670"/>
            <a:chOff x="606551" y="1621536"/>
            <a:chExt cx="1594485" cy="661670"/>
          </a:xfrm>
        </p:grpSpPr>
        <p:sp>
          <p:nvSpPr>
            <p:cNvPr id="6" name="object 6"/>
            <p:cNvSpPr/>
            <p:nvPr/>
          </p:nvSpPr>
          <p:spPr>
            <a:xfrm>
              <a:off x="612647" y="1627632"/>
              <a:ext cx="1582420" cy="649605"/>
            </a:xfrm>
            <a:custGeom>
              <a:avLst/>
              <a:gdLst/>
              <a:ahLst/>
              <a:cxnLst/>
              <a:rect l="l" t="t" r="r" b="b"/>
              <a:pathLst>
                <a:path w="1582420" h="649605">
                  <a:moveTo>
                    <a:pt x="1473708" y="0"/>
                  </a:moveTo>
                  <a:lnTo>
                    <a:pt x="108203" y="0"/>
                  </a:lnTo>
                  <a:lnTo>
                    <a:pt x="66088" y="8495"/>
                  </a:lnTo>
                  <a:lnTo>
                    <a:pt x="31694" y="31670"/>
                  </a:lnTo>
                  <a:lnTo>
                    <a:pt x="8504" y="66061"/>
                  </a:lnTo>
                  <a:lnTo>
                    <a:pt x="0" y="108203"/>
                  </a:lnTo>
                  <a:lnTo>
                    <a:pt x="0" y="541019"/>
                  </a:lnTo>
                  <a:lnTo>
                    <a:pt x="8504" y="583162"/>
                  </a:lnTo>
                  <a:lnTo>
                    <a:pt x="31694" y="617553"/>
                  </a:lnTo>
                  <a:lnTo>
                    <a:pt x="66088" y="640728"/>
                  </a:lnTo>
                  <a:lnTo>
                    <a:pt x="108203" y="649223"/>
                  </a:lnTo>
                  <a:lnTo>
                    <a:pt x="1473708" y="649223"/>
                  </a:lnTo>
                  <a:lnTo>
                    <a:pt x="1515850" y="640728"/>
                  </a:lnTo>
                  <a:lnTo>
                    <a:pt x="1550241" y="617553"/>
                  </a:lnTo>
                  <a:lnTo>
                    <a:pt x="1573416" y="583162"/>
                  </a:lnTo>
                  <a:lnTo>
                    <a:pt x="1581912" y="541019"/>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7" name="object 7"/>
            <p:cNvSpPr/>
            <p:nvPr/>
          </p:nvSpPr>
          <p:spPr>
            <a:xfrm>
              <a:off x="612647" y="1627632"/>
              <a:ext cx="1582420" cy="649605"/>
            </a:xfrm>
            <a:custGeom>
              <a:avLst/>
              <a:gdLst/>
              <a:ahLst/>
              <a:cxnLst/>
              <a:rect l="l" t="t" r="r" b="b"/>
              <a:pathLst>
                <a:path w="1582420" h="649605">
                  <a:moveTo>
                    <a:pt x="0" y="108203"/>
                  </a:moveTo>
                  <a:lnTo>
                    <a:pt x="8504" y="66061"/>
                  </a:lnTo>
                  <a:lnTo>
                    <a:pt x="31694" y="31670"/>
                  </a:lnTo>
                  <a:lnTo>
                    <a:pt x="66088" y="8495"/>
                  </a:lnTo>
                  <a:lnTo>
                    <a:pt x="108203" y="0"/>
                  </a:lnTo>
                  <a:lnTo>
                    <a:pt x="1473708" y="0"/>
                  </a:lnTo>
                  <a:lnTo>
                    <a:pt x="1515850" y="8495"/>
                  </a:lnTo>
                  <a:lnTo>
                    <a:pt x="1550241" y="31670"/>
                  </a:lnTo>
                  <a:lnTo>
                    <a:pt x="1573416" y="66061"/>
                  </a:lnTo>
                  <a:lnTo>
                    <a:pt x="1581912" y="108203"/>
                  </a:lnTo>
                  <a:lnTo>
                    <a:pt x="1581912" y="541019"/>
                  </a:lnTo>
                  <a:lnTo>
                    <a:pt x="1573416" y="583162"/>
                  </a:lnTo>
                  <a:lnTo>
                    <a:pt x="1550241" y="617553"/>
                  </a:lnTo>
                  <a:lnTo>
                    <a:pt x="1515850" y="640728"/>
                  </a:lnTo>
                  <a:lnTo>
                    <a:pt x="1473708" y="649223"/>
                  </a:lnTo>
                  <a:lnTo>
                    <a:pt x="108203" y="649223"/>
                  </a:lnTo>
                  <a:lnTo>
                    <a:pt x="66088" y="640728"/>
                  </a:lnTo>
                  <a:lnTo>
                    <a:pt x="31694" y="617553"/>
                  </a:lnTo>
                  <a:lnTo>
                    <a:pt x="8504" y="583162"/>
                  </a:lnTo>
                  <a:lnTo>
                    <a:pt x="0" y="541019"/>
                  </a:lnTo>
                  <a:lnTo>
                    <a:pt x="0" y="108203"/>
                  </a:lnTo>
                  <a:close/>
                </a:path>
              </a:pathLst>
            </a:custGeom>
            <a:ln w="12191">
              <a:solidFill>
                <a:srgbClr val="9B310D"/>
              </a:solidFill>
            </a:ln>
          </p:spPr>
          <p:txBody>
            <a:bodyPr wrap="square" lIns="0" tIns="0" rIns="0" bIns="0" rtlCol="0"/>
            <a:lstStyle/>
            <a:p>
              <a:endParaRPr/>
            </a:p>
          </p:txBody>
        </p:sp>
      </p:grpSp>
      <p:sp>
        <p:nvSpPr>
          <p:cNvPr id="8" name="object 8"/>
          <p:cNvSpPr txBox="1"/>
          <p:nvPr/>
        </p:nvSpPr>
        <p:spPr>
          <a:xfrm>
            <a:off x="995578" y="1714957"/>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5</a:t>
            </a:r>
            <a:endParaRPr sz="2400">
              <a:latin typeface="Times New Roman"/>
              <a:cs typeface="Times New Roman"/>
            </a:endParaRPr>
          </a:p>
        </p:txBody>
      </p:sp>
      <p:grpSp>
        <p:nvGrpSpPr>
          <p:cNvPr id="9" name="object 9"/>
          <p:cNvGrpSpPr/>
          <p:nvPr/>
        </p:nvGrpSpPr>
        <p:grpSpPr>
          <a:xfrm>
            <a:off x="457200" y="1447800"/>
            <a:ext cx="8440420" cy="4780915"/>
            <a:chOff x="457200" y="1447800"/>
            <a:chExt cx="8440420" cy="4780915"/>
          </a:xfrm>
        </p:grpSpPr>
        <p:pic>
          <p:nvPicPr>
            <p:cNvPr id="10" name="object 10"/>
            <p:cNvPicPr/>
            <p:nvPr/>
          </p:nvPicPr>
          <p:blipFill>
            <a:blip r:embed="rId4" cstate="print"/>
            <a:stretch>
              <a:fillRect/>
            </a:stretch>
          </p:blipFill>
          <p:spPr>
            <a:xfrm>
              <a:off x="457200" y="2420391"/>
              <a:ext cx="5715000" cy="3807772"/>
            </a:xfrm>
            <a:prstGeom prst="rect">
              <a:avLst/>
            </a:prstGeom>
          </p:spPr>
        </p:pic>
        <p:pic>
          <p:nvPicPr>
            <p:cNvPr id="11" name="object 11"/>
            <p:cNvPicPr/>
            <p:nvPr/>
          </p:nvPicPr>
          <p:blipFill>
            <a:blip r:embed="rId5" cstate="print"/>
            <a:stretch>
              <a:fillRect/>
            </a:stretch>
          </p:blipFill>
          <p:spPr>
            <a:xfrm>
              <a:off x="5638800" y="1447800"/>
              <a:ext cx="3258311" cy="160934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9976" y="1231372"/>
            <a:ext cx="7157974" cy="120161"/>
          </a:xfrm>
          <a:prstGeom prst="rect">
            <a:avLst/>
          </a:prstGeom>
        </p:spPr>
      </p:pic>
      <p:sp>
        <p:nvSpPr>
          <p:cNvPr id="3" name="object 3"/>
          <p:cNvSpPr txBox="1"/>
          <p:nvPr/>
        </p:nvSpPr>
        <p:spPr>
          <a:xfrm>
            <a:off x="601472" y="563956"/>
            <a:ext cx="7082155" cy="757555"/>
          </a:xfrm>
          <a:prstGeom prst="rect">
            <a:avLst/>
          </a:prstGeom>
        </p:spPr>
        <p:txBody>
          <a:bodyPr vert="horz" wrap="square" lIns="0" tIns="12700" rIns="0" bIns="0" rtlCol="0">
            <a:spAutoFit/>
          </a:bodyPr>
          <a:lstStyle/>
          <a:p>
            <a:pPr marL="12700">
              <a:lnSpc>
                <a:spcPct val="100000"/>
              </a:lnSpc>
              <a:spcBef>
                <a:spcPts val="100"/>
              </a:spcBef>
              <a:tabLst>
                <a:tab pos="7068820" algn="l"/>
              </a:tabLst>
            </a:pPr>
            <a:r>
              <a:rPr sz="4800" b="1" u="heavy" spc="-135" dirty="0">
                <a:solidFill>
                  <a:srgbClr val="696363"/>
                </a:solidFill>
                <a:uFill>
                  <a:solidFill>
                    <a:srgbClr val="855D5D"/>
                  </a:solidFill>
                </a:uFill>
                <a:latin typeface="Arial"/>
                <a:cs typeface="Arial"/>
              </a:rPr>
              <a:t> </a:t>
            </a:r>
            <a:r>
              <a:rPr sz="4800" b="1" u="heavy" spc="550" dirty="0">
                <a:solidFill>
                  <a:srgbClr val="696363"/>
                </a:solidFill>
                <a:uFill>
                  <a:solidFill>
                    <a:srgbClr val="855D5D"/>
                  </a:solidFill>
                </a:uFill>
                <a:latin typeface="Arial"/>
                <a:cs typeface="Arial"/>
              </a:rPr>
              <a:t> </a:t>
            </a:r>
            <a:r>
              <a:rPr sz="4800" b="1" u="heavy" spc="-880" dirty="0">
                <a:solidFill>
                  <a:srgbClr val="696363"/>
                </a:solidFill>
                <a:uFill>
                  <a:solidFill>
                    <a:srgbClr val="855D5D"/>
                  </a:solidFill>
                </a:uFill>
                <a:latin typeface="Arial"/>
                <a:cs typeface="Arial"/>
              </a:rPr>
              <a:t>A</a:t>
            </a:r>
            <a:r>
              <a:rPr sz="4800" b="1" u="heavy" spc="-500" dirty="0">
                <a:solidFill>
                  <a:srgbClr val="696363"/>
                </a:solidFill>
                <a:uFill>
                  <a:solidFill>
                    <a:srgbClr val="855D5D"/>
                  </a:solidFill>
                </a:uFill>
                <a:latin typeface="Arial"/>
                <a:cs typeface="Arial"/>
              </a:rPr>
              <a:t>PP</a:t>
            </a:r>
            <a:r>
              <a:rPr sz="4800" b="1" u="heavy" spc="-470" dirty="0">
                <a:solidFill>
                  <a:srgbClr val="696363"/>
                </a:solidFill>
                <a:uFill>
                  <a:solidFill>
                    <a:srgbClr val="855D5D"/>
                  </a:solidFill>
                </a:uFill>
                <a:latin typeface="Arial"/>
                <a:cs typeface="Arial"/>
              </a:rPr>
              <a:t>LIC</a:t>
            </a:r>
            <a:r>
              <a:rPr sz="4800" b="1" u="heavy" spc="-1210" dirty="0">
                <a:solidFill>
                  <a:srgbClr val="696363"/>
                </a:solidFill>
                <a:uFill>
                  <a:solidFill>
                    <a:srgbClr val="855D5D"/>
                  </a:solidFill>
                </a:uFill>
                <a:latin typeface="Arial"/>
                <a:cs typeface="Arial"/>
              </a:rPr>
              <a:t>A</a:t>
            </a:r>
            <a:r>
              <a:rPr sz="4800" b="1" u="heavy" spc="-484" dirty="0">
                <a:solidFill>
                  <a:srgbClr val="696363"/>
                </a:solidFill>
                <a:uFill>
                  <a:solidFill>
                    <a:srgbClr val="855D5D"/>
                  </a:solidFill>
                </a:uFill>
                <a:latin typeface="Arial"/>
                <a:cs typeface="Arial"/>
              </a:rPr>
              <a:t>TIO</a:t>
            </a:r>
            <a:r>
              <a:rPr sz="4800" b="1" u="heavy" spc="-315" dirty="0">
                <a:solidFill>
                  <a:srgbClr val="696363"/>
                </a:solidFill>
                <a:uFill>
                  <a:solidFill>
                    <a:srgbClr val="855D5D"/>
                  </a:solidFill>
                </a:uFill>
                <a:latin typeface="Arial"/>
                <a:cs typeface="Arial"/>
              </a:rPr>
              <a:t>N</a:t>
            </a:r>
            <a:r>
              <a:rPr sz="4800" b="1" u="heavy" spc="-200" dirty="0">
                <a:solidFill>
                  <a:srgbClr val="696363"/>
                </a:solidFill>
                <a:uFill>
                  <a:solidFill>
                    <a:srgbClr val="855D5D"/>
                  </a:solidFill>
                </a:uFill>
                <a:latin typeface="Arial"/>
                <a:cs typeface="Arial"/>
              </a:rPr>
              <a:t> </a:t>
            </a:r>
            <a:r>
              <a:rPr sz="4800" b="1" u="heavy" spc="-565" dirty="0">
                <a:solidFill>
                  <a:srgbClr val="696363"/>
                </a:solidFill>
                <a:uFill>
                  <a:solidFill>
                    <a:srgbClr val="855D5D"/>
                  </a:solidFill>
                </a:uFill>
                <a:latin typeface="Arial"/>
                <a:cs typeface="Arial"/>
              </a:rPr>
              <a:t>L</a:t>
            </a:r>
            <a:r>
              <a:rPr sz="4800" b="1" u="heavy" spc="-1165" dirty="0">
                <a:solidFill>
                  <a:srgbClr val="696363"/>
                </a:solidFill>
                <a:uFill>
                  <a:solidFill>
                    <a:srgbClr val="855D5D"/>
                  </a:solidFill>
                </a:uFill>
                <a:latin typeface="Arial"/>
                <a:cs typeface="Arial"/>
              </a:rPr>
              <a:t>A</a:t>
            </a:r>
            <a:r>
              <a:rPr sz="4800" b="1" u="heavy" spc="-740" dirty="0">
                <a:solidFill>
                  <a:srgbClr val="696363"/>
                </a:solidFill>
                <a:uFill>
                  <a:solidFill>
                    <a:srgbClr val="855D5D"/>
                  </a:solidFill>
                </a:uFill>
                <a:latin typeface="Arial"/>
                <a:cs typeface="Arial"/>
              </a:rPr>
              <a:t>Y</a:t>
            </a:r>
            <a:r>
              <a:rPr sz="4800" b="1" u="heavy" spc="-575" dirty="0">
                <a:solidFill>
                  <a:srgbClr val="696363"/>
                </a:solidFill>
                <a:uFill>
                  <a:solidFill>
                    <a:srgbClr val="855D5D"/>
                  </a:solidFill>
                </a:uFill>
                <a:latin typeface="Arial"/>
                <a:cs typeface="Arial"/>
              </a:rPr>
              <a:t>E</a:t>
            </a:r>
            <a:r>
              <a:rPr sz="4800" b="1" u="heavy" spc="-525" dirty="0">
                <a:solidFill>
                  <a:srgbClr val="696363"/>
                </a:solidFill>
                <a:uFill>
                  <a:solidFill>
                    <a:srgbClr val="855D5D"/>
                  </a:solidFill>
                </a:uFill>
                <a:latin typeface="Arial"/>
                <a:cs typeface="Arial"/>
              </a:rPr>
              <a:t>R</a:t>
            </a:r>
            <a:r>
              <a:rPr sz="4800" b="1" u="heavy" dirty="0">
                <a:solidFill>
                  <a:srgbClr val="696363"/>
                </a:solidFill>
                <a:uFill>
                  <a:solidFill>
                    <a:srgbClr val="855D5D"/>
                  </a:solidFill>
                </a:uFill>
                <a:latin typeface="Arial"/>
                <a:cs typeface="Arial"/>
              </a:rPr>
              <a:t>	</a:t>
            </a:r>
            <a:endParaRPr sz="4800">
              <a:latin typeface="Arial"/>
              <a:cs typeface="Arial"/>
            </a:endParaRPr>
          </a:p>
        </p:txBody>
      </p:sp>
      <p:pic>
        <p:nvPicPr>
          <p:cNvPr id="4" name="object 4"/>
          <p:cNvPicPr/>
          <p:nvPr/>
        </p:nvPicPr>
        <p:blipFill>
          <a:blip r:embed="rId3" cstate="print"/>
          <a:stretch>
            <a:fillRect/>
          </a:stretch>
        </p:blipFill>
        <p:spPr>
          <a:xfrm>
            <a:off x="7391400" y="85343"/>
            <a:ext cx="1676400" cy="679703"/>
          </a:xfrm>
          <a:prstGeom prst="rect">
            <a:avLst/>
          </a:prstGeom>
        </p:spPr>
      </p:pic>
      <p:grpSp>
        <p:nvGrpSpPr>
          <p:cNvPr id="5" name="object 5"/>
          <p:cNvGrpSpPr/>
          <p:nvPr/>
        </p:nvGrpSpPr>
        <p:grpSpPr>
          <a:xfrm>
            <a:off x="606551" y="1621536"/>
            <a:ext cx="1594485" cy="661670"/>
            <a:chOff x="606551" y="1621536"/>
            <a:chExt cx="1594485" cy="661670"/>
          </a:xfrm>
        </p:grpSpPr>
        <p:sp>
          <p:nvSpPr>
            <p:cNvPr id="6" name="object 6"/>
            <p:cNvSpPr/>
            <p:nvPr/>
          </p:nvSpPr>
          <p:spPr>
            <a:xfrm>
              <a:off x="612647" y="1627632"/>
              <a:ext cx="1582420" cy="649605"/>
            </a:xfrm>
            <a:custGeom>
              <a:avLst/>
              <a:gdLst/>
              <a:ahLst/>
              <a:cxnLst/>
              <a:rect l="l" t="t" r="r" b="b"/>
              <a:pathLst>
                <a:path w="1582420" h="649605">
                  <a:moveTo>
                    <a:pt x="1473708" y="0"/>
                  </a:moveTo>
                  <a:lnTo>
                    <a:pt x="108203" y="0"/>
                  </a:lnTo>
                  <a:lnTo>
                    <a:pt x="66088" y="8495"/>
                  </a:lnTo>
                  <a:lnTo>
                    <a:pt x="31694" y="31670"/>
                  </a:lnTo>
                  <a:lnTo>
                    <a:pt x="8504" y="66061"/>
                  </a:lnTo>
                  <a:lnTo>
                    <a:pt x="0" y="108203"/>
                  </a:lnTo>
                  <a:lnTo>
                    <a:pt x="0" y="541019"/>
                  </a:lnTo>
                  <a:lnTo>
                    <a:pt x="8504" y="583162"/>
                  </a:lnTo>
                  <a:lnTo>
                    <a:pt x="31694" y="617553"/>
                  </a:lnTo>
                  <a:lnTo>
                    <a:pt x="66088" y="640728"/>
                  </a:lnTo>
                  <a:lnTo>
                    <a:pt x="108203" y="649223"/>
                  </a:lnTo>
                  <a:lnTo>
                    <a:pt x="1473708" y="649223"/>
                  </a:lnTo>
                  <a:lnTo>
                    <a:pt x="1515850" y="640728"/>
                  </a:lnTo>
                  <a:lnTo>
                    <a:pt x="1550241" y="617553"/>
                  </a:lnTo>
                  <a:lnTo>
                    <a:pt x="1573416" y="583162"/>
                  </a:lnTo>
                  <a:lnTo>
                    <a:pt x="1581912" y="541019"/>
                  </a:lnTo>
                  <a:lnTo>
                    <a:pt x="1581912" y="108203"/>
                  </a:lnTo>
                  <a:lnTo>
                    <a:pt x="1573416" y="66061"/>
                  </a:lnTo>
                  <a:lnTo>
                    <a:pt x="1550241" y="31670"/>
                  </a:lnTo>
                  <a:lnTo>
                    <a:pt x="1515850" y="8495"/>
                  </a:lnTo>
                  <a:lnTo>
                    <a:pt x="1473708" y="0"/>
                  </a:lnTo>
                  <a:close/>
                </a:path>
              </a:pathLst>
            </a:custGeom>
            <a:solidFill>
              <a:srgbClr val="9E3611"/>
            </a:solidFill>
          </p:spPr>
          <p:txBody>
            <a:bodyPr wrap="square" lIns="0" tIns="0" rIns="0" bIns="0" rtlCol="0"/>
            <a:lstStyle/>
            <a:p>
              <a:endParaRPr/>
            </a:p>
          </p:txBody>
        </p:sp>
        <p:sp>
          <p:nvSpPr>
            <p:cNvPr id="7" name="object 7"/>
            <p:cNvSpPr/>
            <p:nvPr/>
          </p:nvSpPr>
          <p:spPr>
            <a:xfrm>
              <a:off x="612647" y="1627632"/>
              <a:ext cx="1582420" cy="649605"/>
            </a:xfrm>
            <a:custGeom>
              <a:avLst/>
              <a:gdLst/>
              <a:ahLst/>
              <a:cxnLst/>
              <a:rect l="l" t="t" r="r" b="b"/>
              <a:pathLst>
                <a:path w="1582420" h="649605">
                  <a:moveTo>
                    <a:pt x="0" y="108203"/>
                  </a:moveTo>
                  <a:lnTo>
                    <a:pt x="8504" y="66061"/>
                  </a:lnTo>
                  <a:lnTo>
                    <a:pt x="31694" y="31670"/>
                  </a:lnTo>
                  <a:lnTo>
                    <a:pt x="66088" y="8495"/>
                  </a:lnTo>
                  <a:lnTo>
                    <a:pt x="108203" y="0"/>
                  </a:lnTo>
                  <a:lnTo>
                    <a:pt x="1473708" y="0"/>
                  </a:lnTo>
                  <a:lnTo>
                    <a:pt x="1515850" y="8495"/>
                  </a:lnTo>
                  <a:lnTo>
                    <a:pt x="1550241" y="31670"/>
                  </a:lnTo>
                  <a:lnTo>
                    <a:pt x="1573416" y="66061"/>
                  </a:lnTo>
                  <a:lnTo>
                    <a:pt x="1581912" y="108203"/>
                  </a:lnTo>
                  <a:lnTo>
                    <a:pt x="1581912" y="541019"/>
                  </a:lnTo>
                  <a:lnTo>
                    <a:pt x="1573416" y="583162"/>
                  </a:lnTo>
                  <a:lnTo>
                    <a:pt x="1550241" y="617553"/>
                  </a:lnTo>
                  <a:lnTo>
                    <a:pt x="1515850" y="640728"/>
                  </a:lnTo>
                  <a:lnTo>
                    <a:pt x="1473708" y="649223"/>
                  </a:lnTo>
                  <a:lnTo>
                    <a:pt x="108203" y="649223"/>
                  </a:lnTo>
                  <a:lnTo>
                    <a:pt x="66088" y="640728"/>
                  </a:lnTo>
                  <a:lnTo>
                    <a:pt x="31694" y="617553"/>
                  </a:lnTo>
                  <a:lnTo>
                    <a:pt x="8504" y="583162"/>
                  </a:lnTo>
                  <a:lnTo>
                    <a:pt x="0" y="541019"/>
                  </a:lnTo>
                  <a:lnTo>
                    <a:pt x="0" y="108203"/>
                  </a:lnTo>
                  <a:close/>
                </a:path>
              </a:pathLst>
            </a:custGeom>
            <a:ln w="12191">
              <a:solidFill>
                <a:srgbClr val="9B310D"/>
              </a:solidFill>
            </a:ln>
          </p:spPr>
          <p:txBody>
            <a:bodyPr wrap="square" lIns="0" tIns="0" rIns="0" bIns="0" rtlCol="0"/>
            <a:lstStyle/>
            <a:p>
              <a:endParaRPr/>
            </a:p>
          </p:txBody>
        </p:sp>
      </p:grpSp>
      <p:sp>
        <p:nvSpPr>
          <p:cNvPr id="8" name="object 8"/>
          <p:cNvSpPr txBox="1"/>
          <p:nvPr/>
        </p:nvSpPr>
        <p:spPr>
          <a:xfrm>
            <a:off x="995578" y="1714957"/>
            <a:ext cx="817244"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00"/>
                </a:solidFill>
                <a:latin typeface="Times New Roman"/>
                <a:cs typeface="Times New Roman"/>
              </a:rPr>
              <a:t>U</a:t>
            </a:r>
            <a:r>
              <a:rPr sz="2400" b="1" spc="-5" dirty="0">
                <a:solidFill>
                  <a:srgbClr val="FFFF00"/>
                </a:solidFill>
                <a:latin typeface="Times New Roman"/>
                <a:cs typeface="Times New Roman"/>
              </a:rPr>
              <a:t>n</a:t>
            </a:r>
            <a:r>
              <a:rPr sz="2400" b="1" spc="30" dirty="0">
                <a:solidFill>
                  <a:srgbClr val="FFFF00"/>
                </a:solidFill>
                <a:latin typeface="Times New Roman"/>
                <a:cs typeface="Times New Roman"/>
              </a:rPr>
              <a:t>it</a:t>
            </a:r>
            <a:r>
              <a:rPr sz="2400" b="1" spc="-70" dirty="0">
                <a:solidFill>
                  <a:srgbClr val="FFFF00"/>
                </a:solidFill>
                <a:latin typeface="Times New Roman"/>
                <a:cs typeface="Times New Roman"/>
              </a:rPr>
              <a:t> </a:t>
            </a:r>
            <a:r>
              <a:rPr sz="2400" b="1" spc="-100" dirty="0">
                <a:solidFill>
                  <a:srgbClr val="FFFF00"/>
                </a:solidFill>
                <a:latin typeface="Times New Roman"/>
                <a:cs typeface="Times New Roman"/>
              </a:rPr>
              <a:t>6</a:t>
            </a:r>
            <a:endParaRPr sz="2400">
              <a:latin typeface="Times New Roman"/>
              <a:cs typeface="Times New Roman"/>
            </a:endParaRPr>
          </a:p>
        </p:txBody>
      </p:sp>
      <p:pic>
        <p:nvPicPr>
          <p:cNvPr id="9" name="object 9"/>
          <p:cNvPicPr/>
          <p:nvPr/>
        </p:nvPicPr>
        <p:blipFill>
          <a:blip r:embed="rId4" cstate="print"/>
          <a:stretch>
            <a:fillRect/>
          </a:stretch>
        </p:blipFill>
        <p:spPr>
          <a:xfrm>
            <a:off x="1447800" y="2438400"/>
            <a:ext cx="6172200" cy="3496055"/>
          </a:xfrm>
          <a:prstGeom prst="rect">
            <a:avLst/>
          </a:prstGeom>
        </p:spPr>
      </p:pic>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844" y="341452"/>
            <a:ext cx="3296920" cy="574675"/>
          </a:xfrm>
          <a:prstGeom prst="rect">
            <a:avLst/>
          </a:prstGeom>
        </p:spPr>
        <p:txBody>
          <a:bodyPr vert="horz" wrap="square" lIns="0" tIns="12700" rIns="0" bIns="0" rtlCol="0">
            <a:spAutoFit/>
          </a:bodyPr>
          <a:lstStyle/>
          <a:p>
            <a:pPr marL="12700">
              <a:lnSpc>
                <a:spcPct val="100000"/>
              </a:lnSpc>
              <a:spcBef>
                <a:spcPts val="100"/>
              </a:spcBef>
            </a:pPr>
            <a:r>
              <a:rPr sz="3600" spc="-70" dirty="0">
                <a:solidFill>
                  <a:srgbClr val="696363"/>
                </a:solidFill>
              </a:rPr>
              <a:t>Types</a:t>
            </a:r>
            <a:r>
              <a:rPr sz="3600" spc="-25" dirty="0">
                <a:solidFill>
                  <a:srgbClr val="696363"/>
                </a:solidFill>
              </a:rPr>
              <a:t> </a:t>
            </a:r>
            <a:r>
              <a:rPr sz="3600" spc="-45" dirty="0">
                <a:solidFill>
                  <a:srgbClr val="696363"/>
                </a:solidFill>
              </a:rPr>
              <a:t>of</a:t>
            </a:r>
            <a:r>
              <a:rPr sz="3600" spc="-40" dirty="0">
                <a:solidFill>
                  <a:srgbClr val="696363"/>
                </a:solidFill>
              </a:rPr>
              <a:t> </a:t>
            </a:r>
            <a:r>
              <a:rPr sz="3600" spc="-60" dirty="0">
                <a:solidFill>
                  <a:srgbClr val="696363"/>
                </a:solidFill>
              </a:rPr>
              <a:t>Network</a:t>
            </a:r>
            <a:endParaRPr sz="360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
        <p:nvSpPr>
          <p:cNvPr id="3" name="object 3"/>
          <p:cNvSpPr txBox="1"/>
          <p:nvPr/>
        </p:nvSpPr>
        <p:spPr>
          <a:xfrm>
            <a:off x="764844" y="1052495"/>
            <a:ext cx="3093085" cy="3312160"/>
          </a:xfrm>
          <a:prstGeom prst="rect">
            <a:avLst/>
          </a:prstGeom>
        </p:spPr>
        <p:txBody>
          <a:bodyPr vert="horz" wrap="square" lIns="0" tIns="59690" rIns="0" bIns="0" rtlCol="0">
            <a:spAutoFit/>
          </a:bodyPr>
          <a:lstStyle/>
          <a:p>
            <a:pPr marL="287020" indent="-274320">
              <a:lnSpc>
                <a:spcPct val="100000"/>
              </a:lnSpc>
              <a:spcBef>
                <a:spcPts val="470"/>
              </a:spcBef>
              <a:buClr>
                <a:srgbClr val="D24717"/>
              </a:buClr>
              <a:buSzPct val="84615"/>
              <a:buFont typeface="Segoe UI Symbol"/>
              <a:buChar char="⚫"/>
              <a:tabLst>
                <a:tab pos="287020" algn="l"/>
              </a:tabLst>
            </a:pPr>
            <a:r>
              <a:rPr sz="2600" b="1" spc="-40" dirty="0">
                <a:latin typeface="Times New Roman"/>
                <a:cs typeface="Times New Roman"/>
              </a:rPr>
              <a:t>Wired</a:t>
            </a:r>
            <a:r>
              <a:rPr sz="2600" b="1" spc="-90" dirty="0">
                <a:latin typeface="Times New Roman"/>
                <a:cs typeface="Times New Roman"/>
              </a:rPr>
              <a:t> </a:t>
            </a:r>
            <a:r>
              <a:rPr sz="2600" b="1" spc="-15" dirty="0">
                <a:latin typeface="Times New Roman"/>
                <a:cs typeface="Times New Roman"/>
              </a:rPr>
              <a:t>Networks</a:t>
            </a:r>
            <a:endParaRPr sz="2600">
              <a:latin typeface="Times New Roman"/>
              <a:cs typeface="Times New Roman"/>
            </a:endParaRPr>
          </a:p>
          <a:p>
            <a:pPr marL="287020" indent="-274320">
              <a:lnSpc>
                <a:spcPct val="100000"/>
              </a:lnSpc>
              <a:spcBef>
                <a:spcPts val="345"/>
              </a:spcBef>
              <a:buClr>
                <a:srgbClr val="D24717"/>
              </a:buClr>
              <a:buSzPct val="85416"/>
              <a:buChar char="-"/>
              <a:tabLst>
                <a:tab pos="286385" algn="l"/>
                <a:tab pos="287020" algn="l"/>
              </a:tabLst>
            </a:pPr>
            <a:r>
              <a:rPr sz="2400" spc="-145" dirty="0">
                <a:latin typeface="Times New Roman"/>
                <a:cs typeface="Times New Roman"/>
              </a:rPr>
              <a:t>hi</a:t>
            </a:r>
            <a:r>
              <a:rPr sz="2400" spc="-175" dirty="0">
                <a:latin typeface="Times New Roman"/>
                <a:cs typeface="Times New Roman"/>
              </a:rPr>
              <a:t>g</a:t>
            </a:r>
            <a:r>
              <a:rPr sz="2400" spc="-150" dirty="0">
                <a:latin typeface="Times New Roman"/>
                <a:cs typeface="Times New Roman"/>
              </a:rPr>
              <a:t>h</a:t>
            </a:r>
            <a:r>
              <a:rPr sz="2400" spc="-95" dirty="0">
                <a:latin typeface="Times New Roman"/>
                <a:cs typeface="Times New Roman"/>
              </a:rPr>
              <a:t> </a:t>
            </a:r>
            <a:r>
              <a:rPr sz="2400" spc="-170" dirty="0">
                <a:latin typeface="Times New Roman"/>
                <a:cs typeface="Times New Roman"/>
              </a:rPr>
              <a:t>b</a:t>
            </a:r>
            <a:r>
              <a:rPr sz="2400" spc="-135" dirty="0">
                <a:latin typeface="Times New Roman"/>
                <a:cs typeface="Times New Roman"/>
              </a:rPr>
              <a:t>a</a:t>
            </a:r>
            <a:r>
              <a:rPr sz="2400" spc="-105" dirty="0">
                <a:latin typeface="Times New Roman"/>
                <a:cs typeface="Times New Roman"/>
              </a:rPr>
              <a:t>n</a:t>
            </a:r>
            <a:r>
              <a:rPr sz="2400" spc="-145" dirty="0">
                <a:latin typeface="Times New Roman"/>
                <a:cs typeface="Times New Roman"/>
              </a:rPr>
              <a:t>d</a:t>
            </a:r>
            <a:r>
              <a:rPr sz="2400" spc="-135" dirty="0">
                <a:latin typeface="Times New Roman"/>
                <a:cs typeface="Times New Roman"/>
              </a:rPr>
              <a:t>w</a:t>
            </a:r>
            <a:r>
              <a:rPr sz="2400" spc="-85" dirty="0">
                <a:latin typeface="Times New Roman"/>
                <a:cs typeface="Times New Roman"/>
              </a:rPr>
              <a:t>idth</a:t>
            </a:r>
            <a:endParaRPr sz="2400">
              <a:latin typeface="Times New Roman"/>
              <a:cs typeface="Times New Roman"/>
            </a:endParaRPr>
          </a:p>
          <a:p>
            <a:pPr marL="287020" indent="-274320">
              <a:lnSpc>
                <a:spcPct val="100000"/>
              </a:lnSpc>
              <a:spcBef>
                <a:spcPts val="310"/>
              </a:spcBef>
              <a:buClr>
                <a:srgbClr val="D24717"/>
              </a:buClr>
              <a:buSzPct val="85416"/>
              <a:buChar char="-"/>
              <a:tabLst>
                <a:tab pos="286385" algn="l"/>
                <a:tab pos="287020" algn="l"/>
              </a:tabLst>
            </a:pPr>
            <a:r>
              <a:rPr sz="2400" spc="-75" dirty="0">
                <a:latin typeface="Times New Roman"/>
                <a:cs typeface="Times New Roman"/>
              </a:rPr>
              <a:t>l</a:t>
            </a:r>
            <a:r>
              <a:rPr sz="2400" spc="-200" dirty="0">
                <a:latin typeface="Times New Roman"/>
                <a:cs typeface="Times New Roman"/>
              </a:rPr>
              <a:t>o</a:t>
            </a:r>
            <a:r>
              <a:rPr sz="2400" spc="-135" dirty="0">
                <a:latin typeface="Times New Roman"/>
                <a:cs typeface="Times New Roman"/>
              </a:rPr>
              <a:t>w</a:t>
            </a:r>
            <a:r>
              <a:rPr sz="2400" spc="-60" dirty="0">
                <a:latin typeface="Times New Roman"/>
                <a:cs typeface="Times New Roman"/>
              </a:rPr>
              <a:t> </a:t>
            </a:r>
            <a:r>
              <a:rPr sz="2400" spc="-170" dirty="0">
                <a:latin typeface="Times New Roman"/>
                <a:cs typeface="Times New Roman"/>
              </a:rPr>
              <a:t>b</a:t>
            </a:r>
            <a:r>
              <a:rPr sz="2400" spc="-145" dirty="0">
                <a:latin typeface="Times New Roman"/>
                <a:cs typeface="Times New Roman"/>
              </a:rPr>
              <a:t>a</a:t>
            </a:r>
            <a:r>
              <a:rPr sz="2400" spc="-100" dirty="0">
                <a:latin typeface="Times New Roman"/>
                <a:cs typeface="Times New Roman"/>
              </a:rPr>
              <a:t>n</a:t>
            </a:r>
            <a:r>
              <a:rPr sz="2400" spc="-145" dirty="0">
                <a:latin typeface="Times New Roman"/>
                <a:cs typeface="Times New Roman"/>
              </a:rPr>
              <a:t>d</a:t>
            </a:r>
            <a:r>
              <a:rPr sz="2400" spc="-125" dirty="0">
                <a:latin typeface="Times New Roman"/>
                <a:cs typeface="Times New Roman"/>
              </a:rPr>
              <a:t>wi</a:t>
            </a:r>
            <a:r>
              <a:rPr sz="2400" spc="-75" dirty="0">
                <a:latin typeface="Times New Roman"/>
                <a:cs typeface="Times New Roman"/>
              </a:rPr>
              <a:t>dth</a:t>
            </a:r>
            <a:r>
              <a:rPr sz="2400" spc="-95" dirty="0">
                <a:latin typeface="Times New Roman"/>
                <a:cs typeface="Times New Roman"/>
              </a:rPr>
              <a:t> </a:t>
            </a:r>
            <a:r>
              <a:rPr sz="2400" spc="-245" dirty="0">
                <a:latin typeface="Times New Roman"/>
                <a:cs typeface="Times New Roman"/>
              </a:rPr>
              <a:t>v</a:t>
            </a:r>
            <a:r>
              <a:rPr sz="2400" spc="-185" dirty="0">
                <a:latin typeface="Times New Roman"/>
                <a:cs typeface="Times New Roman"/>
              </a:rPr>
              <a:t>a</a:t>
            </a:r>
            <a:r>
              <a:rPr sz="2400" spc="60" dirty="0">
                <a:latin typeface="Times New Roman"/>
                <a:cs typeface="Times New Roman"/>
              </a:rPr>
              <a:t>r</a:t>
            </a:r>
            <a:r>
              <a:rPr sz="2400" spc="-120" dirty="0">
                <a:latin typeface="Times New Roman"/>
                <a:cs typeface="Times New Roman"/>
              </a:rPr>
              <a:t>i</a:t>
            </a:r>
            <a:r>
              <a:rPr sz="2400" spc="-185" dirty="0">
                <a:latin typeface="Times New Roman"/>
                <a:cs typeface="Times New Roman"/>
              </a:rPr>
              <a:t>a</a:t>
            </a:r>
            <a:r>
              <a:rPr sz="2400" spc="-105" dirty="0">
                <a:latin typeface="Times New Roman"/>
                <a:cs typeface="Times New Roman"/>
              </a:rPr>
              <a:t>bility</a:t>
            </a:r>
            <a:endParaRPr sz="2400">
              <a:latin typeface="Times New Roman"/>
              <a:cs typeface="Times New Roman"/>
            </a:endParaRPr>
          </a:p>
          <a:p>
            <a:pPr marL="287020" indent="-274320">
              <a:lnSpc>
                <a:spcPct val="100000"/>
              </a:lnSpc>
              <a:spcBef>
                <a:spcPts val="315"/>
              </a:spcBef>
              <a:buClr>
                <a:srgbClr val="D24717"/>
              </a:buClr>
              <a:buSzPct val="85416"/>
              <a:buChar char="-"/>
              <a:tabLst>
                <a:tab pos="286385" algn="l"/>
                <a:tab pos="287020" algn="l"/>
              </a:tabLst>
            </a:pPr>
            <a:r>
              <a:rPr sz="2400" spc="-160" dirty="0">
                <a:latin typeface="Times New Roman"/>
                <a:cs typeface="Times New Roman"/>
              </a:rPr>
              <a:t>c</a:t>
            </a:r>
            <a:r>
              <a:rPr sz="2400" spc="-185" dirty="0">
                <a:latin typeface="Times New Roman"/>
                <a:cs typeface="Times New Roman"/>
              </a:rPr>
              <a:t>a</a:t>
            </a:r>
            <a:r>
              <a:rPr sz="2400" spc="-105" dirty="0">
                <a:latin typeface="Times New Roman"/>
                <a:cs typeface="Times New Roman"/>
              </a:rPr>
              <a:t>n</a:t>
            </a:r>
            <a:r>
              <a:rPr sz="2400" spc="-60" dirty="0">
                <a:latin typeface="Times New Roman"/>
                <a:cs typeface="Times New Roman"/>
              </a:rPr>
              <a:t> </a:t>
            </a:r>
            <a:r>
              <a:rPr sz="2400" spc="-120" dirty="0">
                <a:latin typeface="Times New Roman"/>
                <a:cs typeface="Times New Roman"/>
              </a:rPr>
              <a:t>li</a:t>
            </a:r>
            <a:r>
              <a:rPr sz="2400" spc="-180" dirty="0">
                <a:latin typeface="Times New Roman"/>
                <a:cs typeface="Times New Roman"/>
              </a:rPr>
              <a:t>s</a:t>
            </a:r>
            <a:r>
              <a:rPr sz="2400" spc="-55" dirty="0">
                <a:latin typeface="Times New Roman"/>
                <a:cs typeface="Times New Roman"/>
              </a:rPr>
              <a:t>ten</a:t>
            </a:r>
            <a:r>
              <a:rPr sz="2400" spc="-65" dirty="0">
                <a:latin typeface="Times New Roman"/>
                <a:cs typeface="Times New Roman"/>
              </a:rPr>
              <a:t> </a:t>
            </a:r>
            <a:r>
              <a:rPr sz="2400" spc="-105" dirty="0">
                <a:latin typeface="Times New Roman"/>
                <a:cs typeface="Times New Roman"/>
              </a:rPr>
              <a:t>on</a:t>
            </a:r>
            <a:r>
              <a:rPr sz="2400" spc="-65" dirty="0">
                <a:latin typeface="Times New Roman"/>
                <a:cs typeface="Times New Roman"/>
              </a:rPr>
              <a:t> </a:t>
            </a:r>
            <a:r>
              <a:rPr sz="2400" spc="-135" dirty="0">
                <a:latin typeface="Times New Roman"/>
                <a:cs typeface="Times New Roman"/>
              </a:rPr>
              <a:t>w</a:t>
            </a:r>
            <a:r>
              <a:rPr sz="2400" spc="-45" dirty="0">
                <a:latin typeface="Times New Roman"/>
                <a:cs typeface="Times New Roman"/>
              </a:rPr>
              <a:t>i</a:t>
            </a:r>
            <a:r>
              <a:rPr sz="2400" spc="-85" dirty="0">
                <a:latin typeface="Times New Roman"/>
                <a:cs typeface="Times New Roman"/>
              </a:rPr>
              <a:t>r</a:t>
            </a:r>
            <a:r>
              <a:rPr sz="2400" spc="-95" dirty="0">
                <a:latin typeface="Times New Roman"/>
                <a:cs typeface="Times New Roman"/>
              </a:rPr>
              <a:t>e</a:t>
            </a:r>
            <a:endParaRPr sz="2400">
              <a:latin typeface="Times New Roman"/>
              <a:cs typeface="Times New Roman"/>
            </a:endParaRPr>
          </a:p>
          <a:p>
            <a:pPr marL="287020" indent="-274320">
              <a:lnSpc>
                <a:spcPct val="100000"/>
              </a:lnSpc>
              <a:spcBef>
                <a:spcPts val="315"/>
              </a:spcBef>
              <a:buClr>
                <a:srgbClr val="D24717"/>
              </a:buClr>
              <a:buSzPct val="85416"/>
              <a:buChar char="-"/>
              <a:tabLst>
                <a:tab pos="286385" algn="l"/>
                <a:tab pos="287020" algn="l"/>
              </a:tabLst>
            </a:pPr>
            <a:r>
              <a:rPr sz="2400" spc="-145" dirty="0">
                <a:latin typeface="Times New Roman"/>
                <a:cs typeface="Times New Roman"/>
              </a:rPr>
              <a:t>hi</a:t>
            </a:r>
            <a:r>
              <a:rPr sz="2400" spc="-175" dirty="0">
                <a:latin typeface="Times New Roman"/>
                <a:cs typeface="Times New Roman"/>
              </a:rPr>
              <a:t>g</a:t>
            </a:r>
            <a:r>
              <a:rPr sz="2400" spc="-150" dirty="0">
                <a:latin typeface="Times New Roman"/>
                <a:cs typeface="Times New Roman"/>
              </a:rPr>
              <a:t>h</a:t>
            </a:r>
            <a:r>
              <a:rPr sz="2400" spc="-95" dirty="0">
                <a:latin typeface="Times New Roman"/>
                <a:cs typeface="Times New Roman"/>
              </a:rPr>
              <a:t> </a:t>
            </a:r>
            <a:r>
              <a:rPr sz="2400" spc="-105" dirty="0">
                <a:latin typeface="Times New Roman"/>
                <a:cs typeface="Times New Roman"/>
              </a:rPr>
              <a:t>p</a:t>
            </a:r>
            <a:r>
              <a:rPr sz="2400" spc="-170" dirty="0">
                <a:latin typeface="Times New Roman"/>
                <a:cs typeface="Times New Roman"/>
              </a:rPr>
              <a:t>o</a:t>
            </a:r>
            <a:r>
              <a:rPr sz="2400" spc="-225" dirty="0">
                <a:latin typeface="Times New Roman"/>
                <a:cs typeface="Times New Roman"/>
              </a:rPr>
              <a:t>w</a:t>
            </a:r>
            <a:r>
              <a:rPr sz="2400" spc="-90" dirty="0">
                <a:latin typeface="Times New Roman"/>
                <a:cs typeface="Times New Roman"/>
              </a:rPr>
              <a:t>e</a:t>
            </a:r>
            <a:r>
              <a:rPr sz="2400" spc="25" dirty="0">
                <a:latin typeface="Times New Roman"/>
                <a:cs typeface="Times New Roman"/>
              </a:rPr>
              <a:t>r</a:t>
            </a:r>
            <a:r>
              <a:rPr sz="2400" spc="-65" dirty="0">
                <a:latin typeface="Times New Roman"/>
                <a:cs typeface="Times New Roman"/>
              </a:rPr>
              <a:t> </a:t>
            </a:r>
            <a:r>
              <a:rPr sz="2400" spc="-215" dirty="0">
                <a:latin typeface="Times New Roman"/>
                <a:cs typeface="Times New Roman"/>
              </a:rPr>
              <a:t>m</a:t>
            </a:r>
            <a:r>
              <a:rPr sz="2400" spc="-110" dirty="0">
                <a:latin typeface="Times New Roman"/>
                <a:cs typeface="Times New Roman"/>
              </a:rPr>
              <a:t>a</a:t>
            </a:r>
            <a:r>
              <a:rPr sz="2400" spc="-114" dirty="0">
                <a:latin typeface="Times New Roman"/>
                <a:cs typeface="Times New Roman"/>
              </a:rPr>
              <a:t>chi</a:t>
            </a:r>
            <a:r>
              <a:rPr sz="2400" spc="-140" dirty="0">
                <a:latin typeface="Times New Roman"/>
                <a:cs typeface="Times New Roman"/>
              </a:rPr>
              <a:t>n</a:t>
            </a:r>
            <a:r>
              <a:rPr sz="2400" spc="-90" dirty="0">
                <a:latin typeface="Times New Roman"/>
                <a:cs typeface="Times New Roman"/>
              </a:rPr>
              <a:t>e</a:t>
            </a:r>
            <a:r>
              <a:rPr sz="2400" spc="-185" dirty="0">
                <a:latin typeface="Times New Roman"/>
                <a:cs typeface="Times New Roman"/>
              </a:rPr>
              <a:t>s</a:t>
            </a:r>
            <a:endParaRPr sz="2400">
              <a:latin typeface="Times New Roman"/>
              <a:cs typeface="Times New Roman"/>
            </a:endParaRPr>
          </a:p>
          <a:p>
            <a:pPr marL="287020" indent="-274320">
              <a:lnSpc>
                <a:spcPct val="100000"/>
              </a:lnSpc>
              <a:spcBef>
                <a:spcPts val="310"/>
              </a:spcBef>
              <a:buClr>
                <a:srgbClr val="D24717"/>
              </a:buClr>
              <a:buSzPct val="85416"/>
              <a:buChar char="-"/>
              <a:tabLst>
                <a:tab pos="286385" algn="l"/>
                <a:tab pos="287020" algn="l"/>
              </a:tabLst>
            </a:pPr>
            <a:r>
              <a:rPr sz="2400" spc="-145" dirty="0">
                <a:latin typeface="Times New Roman"/>
                <a:cs typeface="Times New Roman"/>
              </a:rPr>
              <a:t>hi</a:t>
            </a:r>
            <a:r>
              <a:rPr sz="2400" spc="-180" dirty="0">
                <a:latin typeface="Times New Roman"/>
                <a:cs typeface="Times New Roman"/>
              </a:rPr>
              <a:t>g</a:t>
            </a:r>
            <a:r>
              <a:rPr sz="2400" spc="-150" dirty="0">
                <a:latin typeface="Times New Roman"/>
                <a:cs typeface="Times New Roman"/>
              </a:rPr>
              <a:t>h</a:t>
            </a:r>
            <a:r>
              <a:rPr sz="2400" spc="-95" dirty="0">
                <a:latin typeface="Times New Roman"/>
                <a:cs typeface="Times New Roman"/>
              </a:rPr>
              <a:t> </a:t>
            </a:r>
            <a:r>
              <a:rPr sz="2400" spc="-10" dirty="0">
                <a:latin typeface="Times New Roman"/>
                <a:cs typeface="Times New Roman"/>
              </a:rPr>
              <a:t>r</a:t>
            </a:r>
            <a:r>
              <a:rPr sz="2400" spc="-90" dirty="0">
                <a:latin typeface="Times New Roman"/>
                <a:cs typeface="Times New Roman"/>
              </a:rPr>
              <a:t>e</a:t>
            </a:r>
            <a:r>
              <a:rPr sz="2400" spc="-195" dirty="0">
                <a:latin typeface="Times New Roman"/>
                <a:cs typeface="Times New Roman"/>
              </a:rPr>
              <a:t>s</a:t>
            </a:r>
            <a:r>
              <a:rPr sz="2400" spc="-100" dirty="0">
                <a:latin typeface="Times New Roman"/>
                <a:cs typeface="Times New Roman"/>
              </a:rPr>
              <a:t>ou</a:t>
            </a:r>
            <a:r>
              <a:rPr sz="2400" spc="10" dirty="0">
                <a:latin typeface="Times New Roman"/>
                <a:cs typeface="Times New Roman"/>
              </a:rPr>
              <a:t>r</a:t>
            </a:r>
            <a:r>
              <a:rPr sz="2400" spc="-160" dirty="0">
                <a:latin typeface="Times New Roman"/>
                <a:cs typeface="Times New Roman"/>
              </a:rPr>
              <a:t>c</a:t>
            </a:r>
            <a:r>
              <a:rPr sz="2400" spc="-95" dirty="0">
                <a:latin typeface="Times New Roman"/>
                <a:cs typeface="Times New Roman"/>
              </a:rPr>
              <a:t>e</a:t>
            </a:r>
            <a:r>
              <a:rPr sz="2400" spc="-45" dirty="0">
                <a:latin typeface="Times New Roman"/>
                <a:cs typeface="Times New Roman"/>
              </a:rPr>
              <a:t> </a:t>
            </a:r>
            <a:r>
              <a:rPr sz="2400" spc="-215" dirty="0">
                <a:latin typeface="Times New Roman"/>
                <a:cs typeface="Times New Roman"/>
              </a:rPr>
              <a:t>m</a:t>
            </a:r>
            <a:r>
              <a:rPr sz="2400" spc="-114" dirty="0">
                <a:latin typeface="Times New Roman"/>
                <a:cs typeface="Times New Roman"/>
              </a:rPr>
              <a:t>achi</a:t>
            </a:r>
            <a:r>
              <a:rPr sz="2400" spc="-140" dirty="0">
                <a:latin typeface="Times New Roman"/>
                <a:cs typeface="Times New Roman"/>
              </a:rPr>
              <a:t>n</a:t>
            </a:r>
            <a:r>
              <a:rPr sz="2400" spc="-90" dirty="0">
                <a:latin typeface="Times New Roman"/>
                <a:cs typeface="Times New Roman"/>
              </a:rPr>
              <a:t>e</a:t>
            </a:r>
            <a:r>
              <a:rPr sz="2400" spc="-185" dirty="0">
                <a:latin typeface="Times New Roman"/>
                <a:cs typeface="Times New Roman"/>
              </a:rPr>
              <a:t>s</a:t>
            </a:r>
            <a:endParaRPr sz="2400">
              <a:latin typeface="Times New Roman"/>
              <a:cs typeface="Times New Roman"/>
            </a:endParaRPr>
          </a:p>
          <a:p>
            <a:pPr marL="287020" indent="-274320">
              <a:lnSpc>
                <a:spcPct val="100000"/>
              </a:lnSpc>
              <a:spcBef>
                <a:spcPts val="315"/>
              </a:spcBef>
              <a:buClr>
                <a:srgbClr val="D24717"/>
              </a:buClr>
              <a:buSzPct val="85416"/>
              <a:buChar char="-"/>
              <a:tabLst>
                <a:tab pos="286385" algn="l"/>
                <a:tab pos="287020" algn="l"/>
              </a:tabLst>
            </a:pPr>
            <a:r>
              <a:rPr sz="2400" spc="-75" dirty="0">
                <a:latin typeface="Times New Roman"/>
                <a:cs typeface="Times New Roman"/>
              </a:rPr>
              <a:t>l</a:t>
            </a:r>
            <a:r>
              <a:rPr sz="2400" spc="-195" dirty="0">
                <a:latin typeface="Times New Roman"/>
                <a:cs typeface="Times New Roman"/>
              </a:rPr>
              <a:t>o</a:t>
            </a:r>
            <a:r>
              <a:rPr sz="2400" spc="-135" dirty="0">
                <a:latin typeface="Times New Roman"/>
                <a:cs typeface="Times New Roman"/>
              </a:rPr>
              <a:t>w</a:t>
            </a:r>
            <a:r>
              <a:rPr sz="2400" spc="-70" dirty="0">
                <a:latin typeface="Times New Roman"/>
                <a:cs typeface="Times New Roman"/>
              </a:rPr>
              <a:t> </a:t>
            </a:r>
            <a:r>
              <a:rPr sz="2400" spc="-105" dirty="0">
                <a:latin typeface="Times New Roman"/>
                <a:cs typeface="Times New Roman"/>
              </a:rPr>
              <a:t>d</a:t>
            </a:r>
            <a:r>
              <a:rPr sz="2400" spc="-85" dirty="0">
                <a:latin typeface="Times New Roman"/>
                <a:cs typeface="Times New Roman"/>
              </a:rPr>
              <a:t>e</a:t>
            </a:r>
            <a:r>
              <a:rPr sz="2400" spc="-114" dirty="0">
                <a:latin typeface="Times New Roman"/>
                <a:cs typeface="Times New Roman"/>
              </a:rPr>
              <a:t>l</a:t>
            </a:r>
            <a:r>
              <a:rPr sz="2400" spc="-260" dirty="0">
                <a:latin typeface="Times New Roman"/>
                <a:cs typeface="Times New Roman"/>
              </a:rPr>
              <a:t>a</a:t>
            </a:r>
            <a:r>
              <a:rPr sz="2400" spc="-200" dirty="0">
                <a:latin typeface="Times New Roman"/>
                <a:cs typeface="Times New Roman"/>
              </a:rPr>
              <a:t>y</a:t>
            </a:r>
            <a:endParaRPr sz="2400">
              <a:latin typeface="Times New Roman"/>
              <a:cs typeface="Times New Roman"/>
            </a:endParaRPr>
          </a:p>
          <a:p>
            <a:pPr marL="287020" indent="-274320">
              <a:lnSpc>
                <a:spcPct val="100000"/>
              </a:lnSpc>
              <a:spcBef>
                <a:spcPts val="315"/>
              </a:spcBef>
              <a:buClr>
                <a:srgbClr val="D24717"/>
              </a:buClr>
              <a:buSzPct val="85416"/>
              <a:buChar char="-"/>
              <a:tabLst>
                <a:tab pos="286385" algn="l"/>
                <a:tab pos="287020" algn="l"/>
              </a:tabLst>
            </a:pPr>
            <a:r>
              <a:rPr sz="2400" spc="-160" dirty="0">
                <a:latin typeface="Times New Roman"/>
                <a:cs typeface="Times New Roman"/>
              </a:rPr>
              <a:t>c</a:t>
            </a:r>
            <a:r>
              <a:rPr sz="2400" spc="-100" dirty="0">
                <a:latin typeface="Times New Roman"/>
                <a:cs typeface="Times New Roman"/>
              </a:rPr>
              <a:t>on</a:t>
            </a:r>
            <a:r>
              <a:rPr sz="2400" spc="-105" dirty="0">
                <a:latin typeface="Times New Roman"/>
                <a:cs typeface="Times New Roman"/>
              </a:rPr>
              <a:t>n</a:t>
            </a:r>
            <a:r>
              <a:rPr sz="2400" spc="-85" dirty="0">
                <a:latin typeface="Times New Roman"/>
                <a:cs typeface="Times New Roman"/>
              </a:rPr>
              <a:t>e</a:t>
            </a:r>
            <a:r>
              <a:rPr sz="2400" spc="-160" dirty="0">
                <a:latin typeface="Times New Roman"/>
                <a:cs typeface="Times New Roman"/>
              </a:rPr>
              <a:t>c</a:t>
            </a:r>
            <a:r>
              <a:rPr sz="2400" spc="-55" dirty="0">
                <a:latin typeface="Times New Roman"/>
                <a:cs typeface="Times New Roman"/>
              </a:rPr>
              <a:t>ted</a:t>
            </a:r>
            <a:r>
              <a:rPr sz="2400" spc="-60" dirty="0">
                <a:latin typeface="Times New Roman"/>
                <a:cs typeface="Times New Roman"/>
              </a:rPr>
              <a:t> </a:t>
            </a:r>
            <a:r>
              <a:rPr sz="2400" spc="-105" dirty="0">
                <a:latin typeface="Times New Roman"/>
                <a:cs typeface="Times New Roman"/>
              </a:rPr>
              <a:t>op</a:t>
            </a:r>
            <a:r>
              <a:rPr sz="2400" spc="-85" dirty="0">
                <a:latin typeface="Times New Roman"/>
                <a:cs typeface="Times New Roman"/>
              </a:rPr>
              <a:t>e</a:t>
            </a:r>
            <a:r>
              <a:rPr sz="2400" spc="10" dirty="0">
                <a:latin typeface="Times New Roman"/>
                <a:cs typeface="Times New Roman"/>
              </a:rPr>
              <a:t>r</a:t>
            </a:r>
            <a:r>
              <a:rPr sz="2400" spc="-204" dirty="0">
                <a:latin typeface="Times New Roman"/>
                <a:cs typeface="Times New Roman"/>
              </a:rPr>
              <a:t>a</a:t>
            </a:r>
            <a:r>
              <a:rPr sz="2400" spc="-75" dirty="0">
                <a:latin typeface="Times New Roman"/>
                <a:cs typeface="Times New Roman"/>
              </a:rPr>
              <a:t>tion</a:t>
            </a:r>
            <a:endParaRPr sz="2400">
              <a:latin typeface="Times New Roman"/>
              <a:cs typeface="Times New Roman"/>
            </a:endParaRPr>
          </a:p>
        </p:txBody>
      </p:sp>
      <p:sp>
        <p:nvSpPr>
          <p:cNvPr id="4" name="object 4"/>
          <p:cNvSpPr txBox="1"/>
          <p:nvPr/>
        </p:nvSpPr>
        <p:spPr>
          <a:xfrm>
            <a:off x="4728464" y="1052495"/>
            <a:ext cx="3148330" cy="3312160"/>
          </a:xfrm>
          <a:prstGeom prst="rect">
            <a:avLst/>
          </a:prstGeom>
        </p:spPr>
        <p:txBody>
          <a:bodyPr vert="horz" wrap="square" lIns="0" tIns="59690" rIns="0" bIns="0" rtlCol="0">
            <a:spAutoFit/>
          </a:bodyPr>
          <a:lstStyle/>
          <a:p>
            <a:pPr marL="287020" indent="-274955">
              <a:lnSpc>
                <a:spcPct val="100000"/>
              </a:lnSpc>
              <a:spcBef>
                <a:spcPts val="470"/>
              </a:spcBef>
              <a:buClr>
                <a:srgbClr val="D24717"/>
              </a:buClr>
              <a:buSzPct val="84615"/>
              <a:buFont typeface="Segoe UI Symbol"/>
              <a:buChar char="⚫"/>
              <a:tabLst>
                <a:tab pos="287655" algn="l"/>
              </a:tabLst>
            </a:pPr>
            <a:r>
              <a:rPr sz="2600" b="1" spc="20" dirty="0">
                <a:latin typeface="Times New Roman"/>
                <a:cs typeface="Times New Roman"/>
              </a:rPr>
              <a:t>Mobile</a:t>
            </a:r>
            <a:r>
              <a:rPr sz="2600" b="1" spc="-90" dirty="0">
                <a:latin typeface="Times New Roman"/>
                <a:cs typeface="Times New Roman"/>
              </a:rPr>
              <a:t> </a:t>
            </a:r>
            <a:r>
              <a:rPr sz="2600" b="1" spc="-15" dirty="0">
                <a:latin typeface="Times New Roman"/>
                <a:cs typeface="Times New Roman"/>
              </a:rPr>
              <a:t>Networks</a:t>
            </a:r>
            <a:endParaRPr sz="2600">
              <a:latin typeface="Times New Roman"/>
              <a:cs typeface="Times New Roman"/>
            </a:endParaRPr>
          </a:p>
          <a:p>
            <a:pPr marL="287020" indent="-274955">
              <a:lnSpc>
                <a:spcPct val="100000"/>
              </a:lnSpc>
              <a:spcBef>
                <a:spcPts val="345"/>
              </a:spcBef>
              <a:buClr>
                <a:srgbClr val="D24717"/>
              </a:buClr>
              <a:buSzPct val="85416"/>
              <a:buChar char="-"/>
              <a:tabLst>
                <a:tab pos="287020" algn="l"/>
                <a:tab pos="287655" algn="l"/>
              </a:tabLst>
            </a:pPr>
            <a:r>
              <a:rPr sz="2400" spc="-75" dirty="0">
                <a:latin typeface="Times New Roman"/>
                <a:cs typeface="Times New Roman"/>
              </a:rPr>
              <a:t>l</a:t>
            </a:r>
            <a:r>
              <a:rPr sz="2400" spc="-195" dirty="0">
                <a:latin typeface="Times New Roman"/>
                <a:cs typeface="Times New Roman"/>
              </a:rPr>
              <a:t>o</a:t>
            </a:r>
            <a:r>
              <a:rPr sz="2400" spc="-135" dirty="0">
                <a:latin typeface="Times New Roman"/>
                <a:cs typeface="Times New Roman"/>
              </a:rPr>
              <a:t>w</a:t>
            </a:r>
            <a:r>
              <a:rPr sz="2400" spc="-70" dirty="0">
                <a:latin typeface="Times New Roman"/>
                <a:cs typeface="Times New Roman"/>
              </a:rPr>
              <a:t> </a:t>
            </a:r>
            <a:r>
              <a:rPr sz="2400" spc="-170" dirty="0">
                <a:latin typeface="Times New Roman"/>
                <a:cs typeface="Times New Roman"/>
              </a:rPr>
              <a:t>b</a:t>
            </a:r>
            <a:r>
              <a:rPr sz="2400" spc="-135" dirty="0">
                <a:latin typeface="Times New Roman"/>
                <a:cs typeface="Times New Roman"/>
              </a:rPr>
              <a:t>a</a:t>
            </a:r>
            <a:r>
              <a:rPr sz="2400" spc="-105" dirty="0">
                <a:latin typeface="Times New Roman"/>
                <a:cs typeface="Times New Roman"/>
              </a:rPr>
              <a:t>n</a:t>
            </a:r>
            <a:r>
              <a:rPr sz="2400" spc="-145" dirty="0">
                <a:latin typeface="Times New Roman"/>
                <a:cs typeface="Times New Roman"/>
              </a:rPr>
              <a:t>d</a:t>
            </a:r>
            <a:r>
              <a:rPr sz="2400" spc="-135" dirty="0">
                <a:latin typeface="Times New Roman"/>
                <a:cs typeface="Times New Roman"/>
              </a:rPr>
              <a:t>w</a:t>
            </a:r>
            <a:r>
              <a:rPr sz="2400" spc="-85" dirty="0">
                <a:latin typeface="Times New Roman"/>
                <a:cs typeface="Times New Roman"/>
              </a:rPr>
              <a:t>idth</a:t>
            </a:r>
            <a:endParaRPr sz="2400">
              <a:latin typeface="Times New Roman"/>
              <a:cs typeface="Times New Roman"/>
            </a:endParaRPr>
          </a:p>
          <a:p>
            <a:pPr marL="287020" indent="-274955">
              <a:lnSpc>
                <a:spcPct val="100000"/>
              </a:lnSpc>
              <a:spcBef>
                <a:spcPts val="310"/>
              </a:spcBef>
              <a:buClr>
                <a:srgbClr val="D24717"/>
              </a:buClr>
              <a:buSzPct val="85416"/>
              <a:buChar char="-"/>
              <a:tabLst>
                <a:tab pos="287020" algn="l"/>
                <a:tab pos="287655" algn="l"/>
              </a:tabLst>
            </a:pPr>
            <a:r>
              <a:rPr sz="2400" spc="-145" dirty="0">
                <a:latin typeface="Times New Roman"/>
                <a:cs typeface="Times New Roman"/>
              </a:rPr>
              <a:t>hi</a:t>
            </a:r>
            <a:r>
              <a:rPr sz="2400" spc="-180" dirty="0">
                <a:latin typeface="Times New Roman"/>
                <a:cs typeface="Times New Roman"/>
              </a:rPr>
              <a:t>g</a:t>
            </a:r>
            <a:r>
              <a:rPr sz="2400" spc="-150" dirty="0">
                <a:latin typeface="Times New Roman"/>
                <a:cs typeface="Times New Roman"/>
              </a:rPr>
              <a:t>h</a:t>
            </a:r>
            <a:r>
              <a:rPr sz="2400" spc="-95" dirty="0">
                <a:latin typeface="Times New Roman"/>
                <a:cs typeface="Times New Roman"/>
              </a:rPr>
              <a:t> </a:t>
            </a:r>
            <a:r>
              <a:rPr sz="2400" spc="-170" dirty="0">
                <a:latin typeface="Times New Roman"/>
                <a:cs typeface="Times New Roman"/>
              </a:rPr>
              <a:t>b</a:t>
            </a:r>
            <a:r>
              <a:rPr sz="2400" spc="-140" dirty="0">
                <a:latin typeface="Times New Roman"/>
                <a:cs typeface="Times New Roman"/>
              </a:rPr>
              <a:t>a</a:t>
            </a:r>
            <a:r>
              <a:rPr sz="2400" spc="-100" dirty="0">
                <a:latin typeface="Times New Roman"/>
                <a:cs typeface="Times New Roman"/>
              </a:rPr>
              <a:t>n</a:t>
            </a:r>
            <a:r>
              <a:rPr sz="2400" spc="-145" dirty="0">
                <a:latin typeface="Times New Roman"/>
                <a:cs typeface="Times New Roman"/>
              </a:rPr>
              <a:t>d</a:t>
            </a:r>
            <a:r>
              <a:rPr sz="2400" spc="-125" dirty="0">
                <a:latin typeface="Times New Roman"/>
                <a:cs typeface="Times New Roman"/>
              </a:rPr>
              <a:t>wi</a:t>
            </a:r>
            <a:r>
              <a:rPr sz="2400" spc="-75" dirty="0">
                <a:latin typeface="Times New Roman"/>
                <a:cs typeface="Times New Roman"/>
              </a:rPr>
              <a:t>dth</a:t>
            </a:r>
            <a:r>
              <a:rPr sz="2400" spc="-95" dirty="0">
                <a:latin typeface="Times New Roman"/>
                <a:cs typeface="Times New Roman"/>
              </a:rPr>
              <a:t> </a:t>
            </a:r>
            <a:r>
              <a:rPr sz="2400" spc="-245" dirty="0">
                <a:latin typeface="Times New Roman"/>
                <a:cs typeface="Times New Roman"/>
              </a:rPr>
              <a:t>v</a:t>
            </a:r>
            <a:r>
              <a:rPr sz="2400" spc="-185" dirty="0">
                <a:latin typeface="Times New Roman"/>
                <a:cs typeface="Times New Roman"/>
              </a:rPr>
              <a:t>a</a:t>
            </a:r>
            <a:r>
              <a:rPr sz="2400" spc="60" dirty="0">
                <a:latin typeface="Times New Roman"/>
                <a:cs typeface="Times New Roman"/>
              </a:rPr>
              <a:t>r</a:t>
            </a:r>
            <a:r>
              <a:rPr sz="2400" spc="-120" dirty="0">
                <a:latin typeface="Times New Roman"/>
                <a:cs typeface="Times New Roman"/>
              </a:rPr>
              <a:t>i</a:t>
            </a:r>
            <a:r>
              <a:rPr sz="2400" spc="-185" dirty="0">
                <a:latin typeface="Times New Roman"/>
                <a:cs typeface="Times New Roman"/>
              </a:rPr>
              <a:t>a</a:t>
            </a:r>
            <a:r>
              <a:rPr sz="2400" spc="-105" dirty="0">
                <a:latin typeface="Times New Roman"/>
                <a:cs typeface="Times New Roman"/>
              </a:rPr>
              <a:t>bility</a:t>
            </a:r>
            <a:endParaRPr sz="2400">
              <a:latin typeface="Times New Roman"/>
              <a:cs typeface="Times New Roman"/>
            </a:endParaRPr>
          </a:p>
          <a:p>
            <a:pPr marL="287020" indent="-274955">
              <a:lnSpc>
                <a:spcPct val="100000"/>
              </a:lnSpc>
              <a:spcBef>
                <a:spcPts val="315"/>
              </a:spcBef>
              <a:buClr>
                <a:srgbClr val="D24717"/>
              </a:buClr>
              <a:buSzPct val="85416"/>
              <a:buChar char="-"/>
              <a:tabLst>
                <a:tab pos="287020" algn="l"/>
                <a:tab pos="287655" algn="l"/>
              </a:tabLst>
            </a:pPr>
            <a:r>
              <a:rPr sz="2400" spc="-114" dirty="0">
                <a:latin typeface="Times New Roman"/>
                <a:cs typeface="Times New Roman"/>
              </a:rPr>
              <a:t>hi</a:t>
            </a:r>
            <a:r>
              <a:rPr sz="2400" spc="-140" dirty="0">
                <a:latin typeface="Times New Roman"/>
                <a:cs typeface="Times New Roman"/>
              </a:rPr>
              <a:t>d</a:t>
            </a:r>
            <a:r>
              <a:rPr sz="2400" spc="-105" dirty="0">
                <a:latin typeface="Times New Roman"/>
                <a:cs typeface="Times New Roman"/>
              </a:rPr>
              <a:t>d</a:t>
            </a:r>
            <a:r>
              <a:rPr sz="2400" spc="-85" dirty="0">
                <a:latin typeface="Times New Roman"/>
                <a:cs typeface="Times New Roman"/>
              </a:rPr>
              <a:t>e</a:t>
            </a:r>
            <a:r>
              <a:rPr sz="2400" spc="-105" dirty="0">
                <a:latin typeface="Times New Roman"/>
                <a:cs typeface="Times New Roman"/>
              </a:rPr>
              <a:t>n</a:t>
            </a:r>
            <a:r>
              <a:rPr sz="2400" spc="-95" dirty="0">
                <a:latin typeface="Times New Roman"/>
                <a:cs typeface="Times New Roman"/>
              </a:rPr>
              <a:t> </a:t>
            </a:r>
            <a:r>
              <a:rPr sz="2400" spc="-15" dirty="0">
                <a:latin typeface="Times New Roman"/>
                <a:cs typeface="Times New Roman"/>
              </a:rPr>
              <a:t>te</a:t>
            </a:r>
            <a:r>
              <a:rPr sz="2400" spc="50" dirty="0">
                <a:latin typeface="Times New Roman"/>
                <a:cs typeface="Times New Roman"/>
              </a:rPr>
              <a:t>r</a:t>
            </a:r>
            <a:r>
              <a:rPr sz="2400" spc="-130" dirty="0">
                <a:latin typeface="Times New Roman"/>
                <a:cs typeface="Times New Roman"/>
              </a:rPr>
              <a:t>mi</a:t>
            </a:r>
            <a:r>
              <a:rPr sz="2400" spc="-114" dirty="0">
                <a:latin typeface="Times New Roman"/>
                <a:cs typeface="Times New Roman"/>
              </a:rPr>
              <a:t>n</a:t>
            </a:r>
            <a:r>
              <a:rPr sz="2400" spc="-185" dirty="0">
                <a:latin typeface="Times New Roman"/>
                <a:cs typeface="Times New Roman"/>
              </a:rPr>
              <a:t>a</a:t>
            </a:r>
            <a:r>
              <a:rPr sz="2400" spc="-95" dirty="0">
                <a:latin typeface="Times New Roman"/>
                <a:cs typeface="Times New Roman"/>
              </a:rPr>
              <a:t>l</a:t>
            </a:r>
            <a:r>
              <a:rPr sz="2400" spc="-75" dirty="0">
                <a:latin typeface="Times New Roman"/>
                <a:cs typeface="Times New Roman"/>
              </a:rPr>
              <a:t> </a:t>
            </a:r>
            <a:r>
              <a:rPr sz="2400" spc="-45" dirty="0">
                <a:latin typeface="Times New Roman"/>
                <a:cs typeface="Times New Roman"/>
              </a:rPr>
              <a:t>p</a:t>
            </a:r>
            <a:r>
              <a:rPr sz="2400" spc="-60" dirty="0">
                <a:latin typeface="Times New Roman"/>
                <a:cs typeface="Times New Roman"/>
              </a:rPr>
              <a:t>r</a:t>
            </a:r>
            <a:r>
              <a:rPr sz="2400" spc="-114" dirty="0">
                <a:latin typeface="Times New Roman"/>
                <a:cs typeface="Times New Roman"/>
              </a:rPr>
              <a:t>o</a:t>
            </a:r>
            <a:r>
              <a:rPr sz="2400" spc="-155" dirty="0">
                <a:latin typeface="Times New Roman"/>
                <a:cs typeface="Times New Roman"/>
              </a:rPr>
              <a:t>b</a:t>
            </a:r>
            <a:r>
              <a:rPr sz="2400" spc="-75" dirty="0">
                <a:latin typeface="Times New Roman"/>
                <a:cs typeface="Times New Roman"/>
              </a:rPr>
              <a:t>l</a:t>
            </a:r>
            <a:r>
              <a:rPr sz="2400" spc="-110" dirty="0">
                <a:latin typeface="Times New Roman"/>
                <a:cs typeface="Times New Roman"/>
              </a:rPr>
              <a:t>e</a:t>
            </a:r>
            <a:r>
              <a:rPr sz="2400" spc="-145" dirty="0">
                <a:latin typeface="Times New Roman"/>
                <a:cs typeface="Times New Roman"/>
              </a:rPr>
              <a:t>m</a:t>
            </a:r>
            <a:endParaRPr sz="2400">
              <a:latin typeface="Times New Roman"/>
              <a:cs typeface="Times New Roman"/>
            </a:endParaRPr>
          </a:p>
          <a:p>
            <a:pPr marL="287020" indent="-274955">
              <a:lnSpc>
                <a:spcPct val="100000"/>
              </a:lnSpc>
              <a:spcBef>
                <a:spcPts val="315"/>
              </a:spcBef>
              <a:buClr>
                <a:srgbClr val="D24717"/>
              </a:buClr>
              <a:buSzPct val="85416"/>
              <a:buChar char="-"/>
              <a:tabLst>
                <a:tab pos="287020" algn="l"/>
                <a:tab pos="287655" algn="l"/>
              </a:tabLst>
            </a:pPr>
            <a:r>
              <a:rPr sz="2400" spc="-75" dirty="0">
                <a:latin typeface="Times New Roman"/>
                <a:cs typeface="Times New Roman"/>
              </a:rPr>
              <a:t>l</a:t>
            </a:r>
            <a:r>
              <a:rPr sz="2400" spc="-195" dirty="0">
                <a:latin typeface="Times New Roman"/>
                <a:cs typeface="Times New Roman"/>
              </a:rPr>
              <a:t>o</a:t>
            </a:r>
            <a:r>
              <a:rPr sz="2400" spc="-135" dirty="0">
                <a:latin typeface="Times New Roman"/>
                <a:cs typeface="Times New Roman"/>
              </a:rPr>
              <a:t>w</a:t>
            </a:r>
            <a:r>
              <a:rPr sz="2400" spc="-70" dirty="0">
                <a:latin typeface="Times New Roman"/>
                <a:cs typeface="Times New Roman"/>
              </a:rPr>
              <a:t> </a:t>
            </a:r>
            <a:r>
              <a:rPr sz="2400" spc="-105" dirty="0">
                <a:latin typeface="Times New Roman"/>
                <a:cs typeface="Times New Roman"/>
              </a:rPr>
              <a:t>p</a:t>
            </a:r>
            <a:r>
              <a:rPr sz="2400" spc="-170" dirty="0">
                <a:latin typeface="Times New Roman"/>
                <a:cs typeface="Times New Roman"/>
              </a:rPr>
              <a:t>o</a:t>
            </a:r>
            <a:r>
              <a:rPr sz="2400" spc="-225" dirty="0">
                <a:latin typeface="Times New Roman"/>
                <a:cs typeface="Times New Roman"/>
              </a:rPr>
              <a:t>w</a:t>
            </a:r>
            <a:r>
              <a:rPr sz="2400" spc="-90" dirty="0">
                <a:latin typeface="Times New Roman"/>
                <a:cs typeface="Times New Roman"/>
              </a:rPr>
              <a:t>e</a:t>
            </a:r>
            <a:r>
              <a:rPr sz="2400" spc="25" dirty="0">
                <a:latin typeface="Times New Roman"/>
                <a:cs typeface="Times New Roman"/>
              </a:rPr>
              <a:t>r</a:t>
            </a:r>
            <a:r>
              <a:rPr sz="2400" spc="-85" dirty="0">
                <a:latin typeface="Times New Roman"/>
                <a:cs typeface="Times New Roman"/>
              </a:rPr>
              <a:t> </a:t>
            </a:r>
            <a:r>
              <a:rPr sz="2400" spc="-215" dirty="0">
                <a:latin typeface="Times New Roman"/>
                <a:cs typeface="Times New Roman"/>
              </a:rPr>
              <a:t>m</a:t>
            </a:r>
            <a:r>
              <a:rPr sz="2400" spc="-110" dirty="0">
                <a:latin typeface="Times New Roman"/>
                <a:cs typeface="Times New Roman"/>
              </a:rPr>
              <a:t>a</a:t>
            </a:r>
            <a:r>
              <a:rPr sz="2400" spc="-114" dirty="0">
                <a:latin typeface="Times New Roman"/>
                <a:cs typeface="Times New Roman"/>
              </a:rPr>
              <a:t>chi</a:t>
            </a:r>
            <a:r>
              <a:rPr sz="2400" spc="-140" dirty="0">
                <a:latin typeface="Times New Roman"/>
                <a:cs typeface="Times New Roman"/>
              </a:rPr>
              <a:t>n</a:t>
            </a:r>
            <a:r>
              <a:rPr sz="2400" spc="-90" dirty="0">
                <a:latin typeface="Times New Roman"/>
                <a:cs typeface="Times New Roman"/>
              </a:rPr>
              <a:t>e</a:t>
            </a:r>
            <a:r>
              <a:rPr sz="2400" spc="-185" dirty="0">
                <a:latin typeface="Times New Roman"/>
                <a:cs typeface="Times New Roman"/>
              </a:rPr>
              <a:t>s</a:t>
            </a:r>
            <a:endParaRPr sz="2400">
              <a:latin typeface="Times New Roman"/>
              <a:cs typeface="Times New Roman"/>
            </a:endParaRPr>
          </a:p>
          <a:p>
            <a:pPr marL="287020" indent="-274955">
              <a:lnSpc>
                <a:spcPct val="100000"/>
              </a:lnSpc>
              <a:spcBef>
                <a:spcPts val="310"/>
              </a:spcBef>
              <a:buClr>
                <a:srgbClr val="D24717"/>
              </a:buClr>
              <a:buSzPct val="85416"/>
              <a:buChar char="-"/>
              <a:tabLst>
                <a:tab pos="287020" algn="l"/>
                <a:tab pos="287655" algn="l"/>
              </a:tabLst>
            </a:pPr>
            <a:r>
              <a:rPr sz="2400" spc="-75" dirty="0">
                <a:latin typeface="Times New Roman"/>
                <a:cs typeface="Times New Roman"/>
              </a:rPr>
              <a:t>l</a:t>
            </a:r>
            <a:r>
              <a:rPr sz="2400" spc="-200" dirty="0">
                <a:latin typeface="Times New Roman"/>
                <a:cs typeface="Times New Roman"/>
              </a:rPr>
              <a:t>o</a:t>
            </a:r>
            <a:r>
              <a:rPr sz="2400" spc="-135" dirty="0">
                <a:latin typeface="Times New Roman"/>
                <a:cs typeface="Times New Roman"/>
              </a:rPr>
              <a:t>w</a:t>
            </a:r>
            <a:r>
              <a:rPr sz="2400" spc="-60" dirty="0">
                <a:latin typeface="Times New Roman"/>
                <a:cs typeface="Times New Roman"/>
              </a:rPr>
              <a:t> </a:t>
            </a:r>
            <a:r>
              <a:rPr sz="2400" spc="-20" dirty="0">
                <a:latin typeface="Times New Roman"/>
                <a:cs typeface="Times New Roman"/>
              </a:rPr>
              <a:t>r</a:t>
            </a:r>
            <a:r>
              <a:rPr sz="2400" spc="-90" dirty="0">
                <a:latin typeface="Times New Roman"/>
                <a:cs typeface="Times New Roman"/>
              </a:rPr>
              <a:t>e</a:t>
            </a:r>
            <a:r>
              <a:rPr sz="2400" spc="-195" dirty="0">
                <a:latin typeface="Times New Roman"/>
                <a:cs typeface="Times New Roman"/>
              </a:rPr>
              <a:t>s</a:t>
            </a:r>
            <a:r>
              <a:rPr sz="2400" spc="-100" dirty="0">
                <a:latin typeface="Times New Roman"/>
                <a:cs typeface="Times New Roman"/>
              </a:rPr>
              <a:t>ou</a:t>
            </a:r>
            <a:r>
              <a:rPr sz="2400" spc="10" dirty="0">
                <a:latin typeface="Times New Roman"/>
                <a:cs typeface="Times New Roman"/>
              </a:rPr>
              <a:t>r</a:t>
            </a:r>
            <a:r>
              <a:rPr sz="2400" spc="-160" dirty="0">
                <a:latin typeface="Times New Roman"/>
                <a:cs typeface="Times New Roman"/>
              </a:rPr>
              <a:t>c</a:t>
            </a:r>
            <a:r>
              <a:rPr sz="2400" spc="-95" dirty="0">
                <a:latin typeface="Times New Roman"/>
                <a:cs typeface="Times New Roman"/>
              </a:rPr>
              <a:t>e</a:t>
            </a:r>
            <a:r>
              <a:rPr sz="2400" spc="-45" dirty="0">
                <a:latin typeface="Times New Roman"/>
                <a:cs typeface="Times New Roman"/>
              </a:rPr>
              <a:t> </a:t>
            </a:r>
            <a:r>
              <a:rPr sz="2400" spc="-215" dirty="0">
                <a:latin typeface="Times New Roman"/>
                <a:cs typeface="Times New Roman"/>
              </a:rPr>
              <a:t>m</a:t>
            </a:r>
            <a:r>
              <a:rPr sz="2400" spc="-114" dirty="0">
                <a:latin typeface="Times New Roman"/>
                <a:cs typeface="Times New Roman"/>
              </a:rPr>
              <a:t>achi</a:t>
            </a:r>
            <a:r>
              <a:rPr sz="2400" spc="-140" dirty="0">
                <a:latin typeface="Times New Roman"/>
                <a:cs typeface="Times New Roman"/>
              </a:rPr>
              <a:t>n</a:t>
            </a:r>
            <a:r>
              <a:rPr sz="2400" spc="-90" dirty="0">
                <a:latin typeface="Times New Roman"/>
                <a:cs typeface="Times New Roman"/>
              </a:rPr>
              <a:t>e</a:t>
            </a:r>
            <a:r>
              <a:rPr sz="2400" spc="-185" dirty="0">
                <a:latin typeface="Times New Roman"/>
                <a:cs typeface="Times New Roman"/>
              </a:rPr>
              <a:t>s</a:t>
            </a:r>
            <a:endParaRPr sz="2400">
              <a:latin typeface="Times New Roman"/>
              <a:cs typeface="Times New Roman"/>
            </a:endParaRPr>
          </a:p>
          <a:p>
            <a:pPr marL="287020" indent="-274955">
              <a:lnSpc>
                <a:spcPct val="100000"/>
              </a:lnSpc>
              <a:spcBef>
                <a:spcPts val="315"/>
              </a:spcBef>
              <a:buClr>
                <a:srgbClr val="D24717"/>
              </a:buClr>
              <a:buSzPct val="85416"/>
              <a:buChar char="-"/>
              <a:tabLst>
                <a:tab pos="287020" algn="l"/>
                <a:tab pos="287655" algn="l"/>
              </a:tabLst>
            </a:pPr>
            <a:r>
              <a:rPr sz="2400" spc="-145" dirty="0">
                <a:latin typeface="Times New Roman"/>
                <a:cs typeface="Times New Roman"/>
              </a:rPr>
              <a:t>hi</a:t>
            </a:r>
            <a:r>
              <a:rPr sz="2400" spc="-175" dirty="0">
                <a:latin typeface="Times New Roman"/>
                <a:cs typeface="Times New Roman"/>
              </a:rPr>
              <a:t>g</a:t>
            </a:r>
            <a:r>
              <a:rPr sz="2400" spc="-130" dirty="0">
                <a:latin typeface="Times New Roman"/>
                <a:cs typeface="Times New Roman"/>
              </a:rPr>
              <a:t>h</a:t>
            </a:r>
            <a:r>
              <a:rPr sz="2400" spc="-105" dirty="0">
                <a:latin typeface="Times New Roman"/>
                <a:cs typeface="Times New Roman"/>
              </a:rPr>
              <a:t>e</a:t>
            </a:r>
            <a:r>
              <a:rPr sz="2400" spc="25" dirty="0">
                <a:latin typeface="Times New Roman"/>
                <a:cs typeface="Times New Roman"/>
              </a:rPr>
              <a:t>r</a:t>
            </a:r>
            <a:r>
              <a:rPr sz="2400" spc="-110" dirty="0">
                <a:latin typeface="Times New Roman"/>
                <a:cs typeface="Times New Roman"/>
              </a:rPr>
              <a:t> </a:t>
            </a:r>
            <a:r>
              <a:rPr sz="2400" spc="-105" dirty="0">
                <a:latin typeface="Times New Roman"/>
                <a:cs typeface="Times New Roman"/>
              </a:rPr>
              <a:t>d</a:t>
            </a:r>
            <a:r>
              <a:rPr sz="2400" spc="-85" dirty="0">
                <a:latin typeface="Times New Roman"/>
                <a:cs typeface="Times New Roman"/>
              </a:rPr>
              <a:t>e</a:t>
            </a:r>
            <a:r>
              <a:rPr sz="2400" spc="-114" dirty="0">
                <a:latin typeface="Times New Roman"/>
                <a:cs typeface="Times New Roman"/>
              </a:rPr>
              <a:t>l</a:t>
            </a:r>
            <a:r>
              <a:rPr sz="2400" spc="-260" dirty="0">
                <a:latin typeface="Times New Roman"/>
                <a:cs typeface="Times New Roman"/>
              </a:rPr>
              <a:t>a</a:t>
            </a:r>
            <a:r>
              <a:rPr sz="2400" spc="-200" dirty="0">
                <a:latin typeface="Times New Roman"/>
                <a:cs typeface="Times New Roman"/>
              </a:rPr>
              <a:t>y</a:t>
            </a:r>
            <a:endParaRPr sz="2400">
              <a:latin typeface="Times New Roman"/>
              <a:cs typeface="Times New Roman"/>
            </a:endParaRPr>
          </a:p>
          <a:p>
            <a:pPr marL="287020" indent="-274955">
              <a:lnSpc>
                <a:spcPct val="100000"/>
              </a:lnSpc>
              <a:spcBef>
                <a:spcPts val="315"/>
              </a:spcBef>
              <a:buClr>
                <a:srgbClr val="D24717"/>
              </a:buClr>
              <a:buSzPct val="85416"/>
              <a:buChar char="-"/>
              <a:tabLst>
                <a:tab pos="287020" algn="l"/>
                <a:tab pos="287655" algn="l"/>
              </a:tabLst>
            </a:pPr>
            <a:r>
              <a:rPr sz="2400" spc="-135" dirty="0">
                <a:latin typeface="Times New Roman"/>
                <a:cs typeface="Times New Roman"/>
              </a:rPr>
              <a:t>dis</a:t>
            </a:r>
            <a:r>
              <a:rPr sz="2400" spc="-165" dirty="0">
                <a:latin typeface="Times New Roman"/>
                <a:cs typeface="Times New Roman"/>
              </a:rPr>
              <a:t>c</a:t>
            </a:r>
            <a:r>
              <a:rPr sz="2400" spc="-100" dirty="0">
                <a:latin typeface="Times New Roman"/>
                <a:cs typeface="Times New Roman"/>
              </a:rPr>
              <a:t>on</a:t>
            </a:r>
            <a:r>
              <a:rPr sz="2400" spc="-105" dirty="0">
                <a:latin typeface="Times New Roman"/>
                <a:cs typeface="Times New Roman"/>
              </a:rPr>
              <a:t>n</a:t>
            </a:r>
            <a:r>
              <a:rPr sz="2400" spc="-85" dirty="0">
                <a:latin typeface="Times New Roman"/>
                <a:cs typeface="Times New Roman"/>
              </a:rPr>
              <a:t>e</a:t>
            </a:r>
            <a:r>
              <a:rPr sz="2400" spc="-160" dirty="0">
                <a:latin typeface="Times New Roman"/>
                <a:cs typeface="Times New Roman"/>
              </a:rPr>
              <a:t>c</a:t>
            </a:r>
            <a:r>
              <a:rPr sz="2400" spc="-55" dirty="0">
                <a:latin typeface="Times New Roman"/>
                <a:cs typeface="Times New Roman"/>
              </a:rPr>
              <a:t>ted</a:t>
            </a:r>
            <a:r>
              <a:rPr sz="2400" spc="-60" dirty="0">
                <a:latin typeface="Times New Roman"/>
                <a:cs typeface="Times New Roman"/>
              </a:rPr>
              <a:t> </a:t>
            </a:r>
            <a:r>
              <a:rPr sz="2400" spc="-105" dirty="0">
                <a:latin typeface="Times New Roman"/>
                <a:cs typeface="Times New Roman"/>
              </a:rPr>
              <a:t>op</a:t>
            </a:r>
            <a:r>
              <a:rPr sz="2400" spc="-85" dirty="0">
                <a:latin typeface="Times New Roman"/>
                <a:cs typeface="Times New Roman"/>
              </a:rPr>
              <a:t>e</a:t>
            </a:r>
            <a:r>
              <a:rPr sz="2400" spc="10" dirty="0">
                <a:latin typeface="Times New Roman"/>
                <a:cs typeface="Times New Roman"/>
              </a:rPr>
              <a:t>r</a:t>
            </a:r>
            <a:r>
              <a:rPr sz="2400" spc="-204" dirty="0">
                <a:latin typeface="Times New Roman"/>
                <a:cs typeface="Times New Roman"/>
              </a:rPr>
              <a:t>a</a:t>
            </a:r>
            <a:r>
              <a:rPr sz="2400" spc="-75" dirty="0">
                <a:latin typeface="Times New Roman"/>
                <a:cs typeface="Times New Roman"/>
              </a:rPr>
              <a:t>tion</a:t>
            </a:r>
            <a:endParaRPr sz="2400">
              <a:latin typeface="Times New Roman"/>
              <a:cs typeface="Times New Roman"/>
            </a:endParaRPr>
          </a:p>
        </p:txBody>
      </p:sp>
      <p:sp>
        <p:nvSpPr>
          <p:cNvPr id="5" name="object 5"/>
          <p:cNvSpPr txBox="1"/>
          <p:nvPr/>
        </p:nvSpPr>
        <p:spPr>
          <a:xfrm>
            <a:off x="1679575" y="5552643"/>
            <a:ext cx="16891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0000"/>
                </a:solidFill>
                <a:latin typeface="Times New Roman"/>
                <a:cs typeface="Times New Roman"/>
              </a:rPr>
              <a:t>-No</a:t>
            </a:r>
            <a:r>
              <a:rPr sz="2400" spc="-55" dirty="0">
                <a:solidFill>
                  <a:srgbClr val="FF0000"/>
                </a:solidFill>
                <a:latin typeface="Times New Roman"/>
                <a:cs typeface="Times New Roman"/>
              </a:rPr>
              <a:t> </a:t>
            </a:r>
            <a:r>
              <a:rPr sz="2400" spc="-30" dirty="0">
                <a:solidFill>
                  <a:srgbClr val="FF0000"/>
                </a:solidFill>
                <a:latin typeface="Times New Roman"/>
                <a:cs typeface="Times New Roman"/>
              </a:rPr>
              <a:t>Mobility.</a:t>
            </a:r>
            <a:endParaRPr sz="2400">
              <a:latin typeface="Times New Roman"/>
              <a:cs typeface="Times New Roman"/>
            </a:endParaRPr>
          </a:p>
        </p:txBody>
      </p:sp>
      <p:sp>
        <p:nvSpPr>
          <p:cNvPr id="6" name="object 6"/>
          <p:cNvSpPr txBox="1"/>
          <p:nvPr/>
        </p:nvSpPr>
        <p:spPr>
          <a:xfrm>
            <a:off x="5566917" y="5476443"/>
            <a:ext cx="1141095" cy="391160"/>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FF0000"/>
                </a:solidFill>
                <a:latin typeface="Times New Roman"/>
                <a:cs typeface="Times New Roman"/>
              </a:rPr>
              <a:t>Mobility.</a:t>
            </a:r>
            <a:endParaRPr sz="2400">
              <a:latin typeface="Times New Roman"/>
              <a:cs typeface="Times New Roman"/>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24"/>
            <a:ext cx="3561715" cy="636905"/>
          </a:xfrm>
          <a:prstGeom prst="rect">
            <a:avLst/>
          </a:prstGeom>
        </p:spPr>
        <p:txBody>
          <a:bodyPr vert="horz" wrap="square" lIns="0" tIns="13970" rIns="0" bIns="0" rtlCol="0">
            <a:spAutoFit/>
          </a:bodyPr>
          <a:lstStyle/>
          <a:p>
            <a:pPr marL="12700">
              <a:lnSpc>
                <a:spcPct val="100000"/>
              </a:lnSpc>
              <a:spcBef>
                <a:spcPts val="110"/>
              </a:spcBef>
            </a:pPr>
            <a:r>
              <a:rPr sz="4000" spc="-75" dirty="0">
                <a:solidFill>
                  <a:srgbClr val="696363"/>
                </a:solidFill>
              </a:rPr>
              <a:t>Types</a:t>
            </a:r>
            <a:r>
              <a:rPr sz="4000" spc="-45" dirty="0">
                <a:solidFill>
                  <a:srgbClr val="696363"/>
                </a:solidFill>
              </a:rPr>
              <a:t> </a:t>
            </a:r>
            <a:r>
              <a:rPr sz="4000" spc="-50" dirty="0">
                <a:solidFill>
                  <a:srgbClr val="696363"/>
                </a:solidFill>
              </a:rPr>
              <a:t>of</a:t>
            </a:r>
            <a:r>
              <a:rPr sz="4000" spc="-40" dirty="0">
                <a:solidFill>
                  <a:srgbClr val="696363"/>
                </a:solidFill>
              </a:rPr>
              <a:t> </a:t>
            </a:r>
            <a:r>
              <a:rPr sz="4000" spc="-20" dirty="0">
                <a:solidFill>
                  <a:srgbClr val="696363"/>
                </a:solidFill>
              </a:rPr>
              <a:t>Devices</a:t>
            </a:r>
            <a:endParaRPr sz="4000"/>
          </a:p>
        </p:txBody>
      </p:sp>
      <p:sp>
        <p:nvSpPr>
          <p:cNvPr id="3" name="object 3"/>
          <p:cNvSpPr txBox="1"/>
          <p:nvPr/>
        </p:nvSpPr>
        <p:spPr>
          <a:xfrm>
            <a:off x="917244" y="1358945"/>
            <a:ext cx="1699895" cy="3806190"/>
          </a:xfrm>
          <a:prstGeom prst="rect">
            <a:avLst/>
          </a:prstGeom>
        </p:spPr>
        <p:txBody>
          <a:bodyPr vert="horz" wrap="square" lIns="0" tIns="88265" rIns="0" bIns="0" rtlCol="0">
            <a:spAutoFit/>
          </a:bodyPr>
          <a:lstStyle/>
          <a:p>
            <a:pPr marL="287020" indent="-274320">
              <a:lnSpc>
                <a:spcPct val="100000"/>
              </a:lnSpc>
              <a:spcBef>
                <a:spcPts val="695"/>
              </a:spcBef>
              <a:buClr>
                <a:srgbClr val="D24717"/>
              </a:buClr>
              <a:buSzPct val="84615"/>
              <a:buFont typeface="Segoe UI Symbol"/>
              <a:buChar char="⚫"/>
              <a:tabLst>
                <a:tab pos="287020" algn="l"/>
              </a:tabLst>
            </a:pPr>
            <a:r>
              <a:rPr sz="2600" spc="-150" dirty="0">
                <a:latin typeface="Times New Roman"/>
                <a:cs typeface="Times New Roman"/>
              </a:rPr>
              <a:t>Laptops</a:t>
            </a:r>
            <a:endParaRPr sz="2600">
              <a:latin typeface="Times New Roman"/>
              <a:cs typeface="Times New Roman"/>
            </a:endParaRPr>
          </a:p>
          <a:p>
            <a:pPr marL="287020" indent="-274320">
              <a:lnSpc>
                <a:spcPct val="100000"/>
              </a:lnSpc>
              <a:spcBef>
                <a:spcPts val="600"/>
              </a:spcBef>
              <a:buClr>
                <a:srgbClr val="D24717"/>
              </a:buClr>
              <a:buSzPct val="84615"/>
              <a:buFont typeface="Segoe UI Symbol"/>
              <a:buChar char="⚫"/>
              <a:tabLst>
                <a:tab pos="287020" algn="l"/>
              </a:tabLst>
            </a:pPr>
            <a:r>
              <a:rPr sz="2600" spc="-245" dirty="0">
                <a:latin typeface="Times New Roman"/>
                <a:cs typeface="Times New Roman"/>
              </a:rPr>
              <a:t>PDAs</a:t>
            </a:r>
            <a:endParaRPr sz="2600">
              <a:latin typeface="Times New Roman"/>
              <a:cs typeface="Times New Roman"/>
            </a:endParaRPr>
          </a:p>
          <a:p>
            <a:pPr marL="287020" indent="-274320">
              <a:lnSpc>
                <a:spcPct val="100000"/>
              </a:lnSpc>
              <a:spcBef>
                <a:spcPts val="605"/>
              </a:spcBef>
              <a:buClr>
                <a:srgbClr val="D24717"/>
              </a:buClr>
              <a:buSzPct val="84615"/>
              <a:buFont typeface="Segoe UI Symbol"/>
              <a:buChar char="⚫"/>
              <a:tabLst>
                <a:tab pos="287020" algn="l"/>
              </a:tabLst>
            </a:pPr>
            <a:r>
              <a:rPr sz="2600" spc="-155" dirty="0">
                <a:latin typeface="Times New Roman"/>
                <a:cs typeface="Times New Roman"/>
              </a:rPr>
              <a:t>C</a:t>
            </a:r>
            <a:r>
              <a:rPr sz="2600" spc="-100" dirty="0">
                <a:latin typeface="Times New Roman"/>
                <a:cs typeface="Times New Roman"/>
              </a:rPr>
              <a:t>ell</a:t>
            </a:r>
            <a:r>
              <a:rPr sz="2600" spc="-45" dirty="0">
                <a:latin typeface="Times New Roman"/>
                <a:cs typeface="Times New Roman"/>
              </a:rPr>
              <a:t> </a:t>
            </a:r>
            <a:r>
              <a:rPr sz="2600" spc="-130" dirty="0">
                <a:latin typeface="Times New Roman"/>
                <a:cs typeface="Times New Roman"/>
              </a:rPr>
              <a:t>p</a:t>
            </a:r>
            <a:r>
              <a:rPr sz="2600" spc="-140" dirty="0">
                <a:latin typeface="Times New Roman"/>
                <a:cs typeface="Times New Roman"/>
              </a:rPr>
              <a:t>h</a:t>
            </a:r>
            <a:r>
              <a:rPr sz="2600" spc="-160" dirty="0">
                <a:latin typeface="Times New Roman"/>
                <a:cs typeface="Times New Roman"/>
              </a:rPr>
              <a:t>o</a:t>
            </a:r>
            <a:r>
              <a:rPr sz="2600" spc="-130" dirty="0">
                <a:latin typeface="Times New Roman"/>
                <a:cs typeface="Times New Roman"/>
              </a:rPr>
              <a:t>n</a:t>
            </a:r>
            <a:r>
              <a:rPr sz="2600" spc="-155" dirty="0">
                <a:latin typeface="Times New Roman"/>
                <a:cs typeface="Times New Roman"/>
              </a:rPr>
              <a:t>es</a:t>
            </a:r>
            <a:endParaRPr sz="2600">
              <a:latin typeface="Times New Roman"/>
              <a:cs typeface="Times New Roman"/>
            </a:endParaRPr>
          </a:p>
          <a:p>
            <a:pPr marL="287020" indent="-274320">
              <a:lnSpc>
                <a:spcPct val="100000"/>
              </a:lnSpc>
              <a:spcBef>
                <a:spcPts val="600"/>
              </a:spcBef>
              <a:buClr>
                <a:srgbClr val="D24717"/>
              </a:buClr>
              <a:buSzPct val="84615"/>
              <a:buFont typeface="Segoe UI Symbol"/>
              <a:buChar char="⚫"/>
              <a:tabLst>
                <a:tab pos="287020" algn="l"/>
              </a:tabLst>
            </a:pPr>
            <a:r>
              <a:rPr sz="2600" spc="-150" dirty="0">
                <a:latin typeface="Times New Roman"/>
                <a:cs typeface="Times New Roman"/>
              </a:rPr>
              <a:t>Pagers</a:t>
            </a:r>
            <a:endParaRPr sz="2600">
              <a:latin typeface="Times New Roman"/>
              <a:cs typeface="Times New Roman"/>
            </a:endParaRPr>
          </a:p>
          <a:p>
            <a:pPr marL="287020" indent="-274320">
              <a:lnSpc>
                <a:spcPct val="100000"/>
              </a:lnSpc>
              <a:spcBef>
                <a:spcPts val="605"/>
              </a:spcBef>
              <a:buClr>
                <a:srgbClr val="D24717"/>
              </a:buClr>
              <a:buSzPct val="84615"/>
              <a:buFont typeface="Segoe UI Symbol"/>
              <a:buChar char="⚫"/>
              <a:tabLst>
                <a:tab pos="287020" algn="l"/>
              </a:tabLst>
            </a:pPr>
            <a:r>
              <a:rPr sz="2600" spc="-150" dirty="0">
                <a:latin typeface="Times New Roman"/>
                <a:cs typeface="Times New Roman"/>
              </a:rPr>
              <a:t>Sensors</a:t>
            </a:r>
            <a:endParaRPr sz="2600">
              <a:latin typeface="Times New Roman"/>
              <a:cs typeface="Times New Roman"/>
            </a:endParaRPr>
          </a:p>
          <a:p>
            <a:pPr marL="287020" indent="-274320">
              <a:lnSpc>
                <a:spcPct val="100000"/>
              </a:lnSpc>
              <a:spcBef>
                <a:spcPts val="600"/>
              </a:spcBef>
              <a:buClr>
                <a:srgbClr val="D24717"/>
              </a:buClr>
              <a:buSzPct val="84615"/>
              <a:buFont typeface="Segoe UI Symbol"/>
              <a:buChar char="⚫"/>
              <a:tabLst>
                <a:tab pos="287020" algn="l"/>
              </a:tabLst>
            </a:pPr>
            <a:r>
              <a:rPr sz="2600" spc="-140" dirty="0">
                <a:latin typeface="Times New Roman"/>
                <a:cs typeface="Times New Roman"/>
              </a:rPr>
              <a:t>Hub</a:t>
            </a:r>
            <a:endParaRPr sz="2600">
              <a:latin typeface="Times New Roman"/>
              <a:cs typeface="Times New Roman"/>
            </a:endParaRPr>
          </a:p>
          <a:p>
            <a:pPr marL="287020" indent="-274320">
              <a:lnSpc>
                <a:spcPct val="100000"/>
              </a:lnSpc>
              <a:spcBef>
                <a:spcPts val="600"/>
              </a:spcBef>
              <a:buClr>
                <a:srgbClr val="D24717"/>
              </a:buClr>
              <a:buSzPct val="84615"/>
              <a:buFont typeface="Segoe UI Symbol"/>
              <a:buChar char="⚫"/>
              <a:tabLst>
                <a:tab pos="287020" algn="l"/>
              </a:tabLst>
            </a:pPr>
            <a:r>
              <a:rPr sz="2600" spc="-145" dirty="0">
                <a:latin typeface="Times New Roman"/>
                <a:cs typeface="Times New Roman"/>
              </a:rPr>
              <a:t>Switch</a:t>
            </a:r>
            <a:endParaRPr sz="2600">
              <a:latin typeface="Times New Roman"/>
              <a:cs typeface="Times New Roman"/>
            </a:endParaRPr>
          </a:p>
          <a:p>
            <a:pPr marL="287020" indent="-274320">
              <a:lnSpc>
                <a:spcPct val="100000"/>
              </a:lnSpc>
              <a:spcBef>
                <a:spcPts val="605"/>
              </a:spcBef>
              <a:buClr>
                <a:srgbClr val="D24717"/>
              </a:buClr>
              <a:buSzPct val="84615"/>
              <a:buFont typeface="Segoe UI Symbol"/>
              <a:buChar char="⚫"/>
              <a:tabLst>
                <a:tab pos="287020" algn="l"/>
              </a:tabLst>
            </a:pPr>
            <a:r>
              <a:rPr sz="2600" spc="-85" dirty="0">
                <a:latin typeface="Times New Roman"/>
                <a:cs typeface="Times New Roman"/>
              </a:rPr>
              <a:t>Router</a:t>
            </a:r>
            <a:r>
              <a:rPr sz="2600" spc="-55" dirty="0">
                <a:latin typeface="Times New Roman"/>
                <a:cs typeface="Times New Roman"/>
              </a:rPr>
              <a:t> </a:t>
            </a:r>
            <a:r>
              <a:rPr sz="2600" spc="-70" dirty="0">
                <a:latin typeface="Times New Roman"/>
                <a:cs typeface="Times New Roman"/>
              </a:rPr>
              <a:t>etc</a:t>
            </a:r>
            <a:endParaRPr sz="2600">
              <a:latin typeface="Times New Roman"/>
              <a:cs typeface="Times New Roman"/>
            </a:endParaRPr>
          </a:p>
        </p:txBody>
      </p:sp>
      <p:pic>
        <p:nvPicPr>
          <p:cNvPr id="4" name="object 4"/>
          <p:cNvPicPr/>
          <p:nvPr/>
        </p:nvPicPr>
        <p:blipFill>
          <a:blip r:embed="rId2" cstate="print"/>
          <a:stretch>
            <a:fillRect/>
          </a:stretch>
        </p:blipFill>
        <p:spPr>
          <a:xfrm>
            <a:off x="3124200" y="1600200"/>
            <a:ext cx="5568696" cy="3932729"/>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19800" y="381000"/>
            <a:ext cx="2593848" cy="3276600"/>
          </a:xfrm>
          <a:prstGeom prst="rect">
            <a:avLst/>
          </a:prstGeom>
        </p:spPr>
      </p:pic>
      <p:pic>
        <p:nvPicPr>
          <p:cNvPr id="3" name="object 3"/>
          <p:cNvPicPr/>
          <p:nvPr/>
        </p:nvPicPr>
        <p:blipFill>
          <a:blip r:embed="rId3" cstate="print"/>
          <a:stretch>
            <a:fillRect/>
          </a:stretch>
        </p:blipFill>
        <p:spPr>
          <a:xfrm>
            <a:off x="3581400" y="381000"/>
            <a:ext cx="2334768" cy="3276600"/>
          </a:xfrm>
          <a:prstGeom prst="rect">
            <a:avLst/>
          </a:prstGeom>
        </p:spPr>
      </p:pic>
      <p:pic>
        <p:nvPicPr>
          <p:cNvPr id="4" name="object 4"/>
          <p:cNvPicPr/>
          <p:nvPr/>
        </p:nvPicPr>
        <p:blipFill>
          <a:blip r:embed="rId4" cstate="print"/>
          <a:stretch>
            <a:fillRect/>
          </a:stretch>
        </p:blipFill>
        <p:spPr>
          <a:xfrm>
            <a:off x="304800" y="381000"/>
            <a:ext cx="2859024" cy="3200400"/>
          </a:xfrm>
          <a:prstGeom prst="rect">
            <a:avLst/>
          </a:prstGeom>
        </p:spPr>
      </p:pic>
      <p:pic>
        <p:nvPicPr>
          <p:cNvPr id="5" name="object 5"/>
          <p:cNvPicPr/>
          <p:nvPr/>
        </p:nvPicPr>
        <p:blipFill>
          <a:blip r:embed="rId5" cstate="print"/>
          <a:stretch>
            <a:fillRect/>
          </a:stretch>
        </p:blipFill>
        <p:spPr>
          <a:xfrm>
            <a:off x="2810996" y="4030197"/>
            <a:ext cx="3673979" cy="1883559"/>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644" y="490855"/>
            <a:ext cx="2388235" cy="636270"/>
          </a:xfrm>
          <a:prstGeom prst="rect">
            <a:avLst/>
          </a:prstGeom>
        </p:spPr>
        <p:txBody>
          <a:bodyPr vert="horz" wrap="square" lIns="0" tIns="13335" rIns="0" bIns="0" rtlCol="0">
            <a:spAutoFit/>
          </a:bodyPr>
          <a:lstStyle/>
          <a:p>
            <a:pPr marL="12700">
              <a:lnSpc>
                <a:spcPct val="100000"/>
              </a:lnSpc>
              <a:spcBef>
                <a:spcPts val="105"/>
              </a:spcBef>
            </a:pPr>
            <a:r>
              <a:rPr sz="4000" spc="-30" dirty="0">
                <a:solidFill>
                  <a:srgbClr val="696363"/>
                </a:solidFill>
              </a:rPr>
              <a:t>Challenges</a:t>
            </a:r>
            <a:endParaRPr sz="4000"/>
          </a:p>
        </p:txBody>
      </p:sp>
      <p:sp>
        <p:nvSpPr>
          <p:cNvPr id="3" name="object 3"/>
          <p:cNvSpPr txBox="1"/>
          <p:nvPr/>
        </p:nvSpPr>
        <p:spPr>
          <a:xfrm>
            <a:off x="536244" y="1519122"/>
            <a:ext cx="6631305" cy="2712085"/>
          </a:xfrm>
          <a:prstGeom prst="rect">
            <a:avLst/>
          </a:prstGeom>
        </p:spPr>
        <p:txBody>
          <a:bodyPr vert="horz" wrap="square" lIns="0" tIns="46355" rIns="0" bIns="0" rtlCol="0">
            <a:spAutoFit/>
          </a:bodyPr>
          <a:lstStyle/>
          <a:p>
            <a:pPr marL="287020" indent="-274320">
              <a:lnSpc>
                <a:spcPct val="100000"/>
              </a:lnSpc>
              <a:spcBef>
                <a:spcPts val="365"/>
              </a:spcBef>
              <a:buClr>
                <a:srgbClr val="D24717"/>
              </a:buClr>
              <a:buSzPct val="83928"/>
              <a:buFont typeface="Segoe UI Symbol"/>
              <a:buChar char="⚫"/>
              <a:tabLst>
                <a:tab pos="287020" algn="l"/>
              </a:tabLst>
            </a:pPr>
            <a:r>
              <a:rPr sz="2800" spc="-160" dirty="0">
                <a:latin typeface="Times New Roman"/>
                <a:cs typeface="Times New Roman"/>
              </a:rPr>
              <a:t>Bandwidth</a:t>
            </a:r>
            <a:endParaRPr sz="2800">
              <a:latin typeface="Times New Roman"/>
              <a:cs typeface="Times New Roman"/>
            </a:endParaRPr>
          </a:p>
          <a:p>
            <a:pPr marL="287020" indent="-274320">
              <a:lnSpc>
                <a:spcPct val="100000"/>
              </a:lnSpc>
              <a:spcBef>
                <a:spcPts val="265"/>
              </a:spcBef>
              <a:buClr>
                <a:srgbClr val="D24717"/>
              </a:buClr>
              <a:buSzPct val="83928"/>
              <a:buFont typeface="Segoe UI Symbol"/>
              <a:buChar char="⚫"/>
              <a:tabLst>
                <a:tab pos="287020" algn="l"/>
              </a:tabLst>
            </a:pPr>
            <a:r>
              <a:rPr sz="2800" spc="-160" dirty="0">
                <a:latin typeface="Times New Roman"/>
                <a:cs typeface="Times New Roman"/>
              </a:rPr>
              <a:t>Secu</a:t>
            </a:r>
            <a:r>
              <a:rPr sz="2800" spc="-70" dirty="0">
                <a:latin typeface="Times New Roman"/>
                <a:cs typeface="Times New Roman"/>
              </a:rPr>
              <a:t>r</a:t>
            </a:r>
            <a:r>
              <a:rPr sz="2800" spc="-110" dirty="0">
                <a:latin typeface="Times New Roman"/>
                <a:cs typeface="Times New Roman"/>
              </a:rPr>
              <a:t>ity</a:t>
            </a:r>
            <a:r>
              <a:rPr sz="2800" spc="-95" dirty="0">
                <a:latin typeface="Times New Roman"/>
                <a:cs typeface="Times New Roman"/>
              </a:rPr>
              <a:t> </a:t>
            </a:r>
            <a:r>
              <a:rPr sz="2800" spc="65" dirty="0">
                <a:latin typeface="Times New Roman"/>
                <a:cs typeface="Times New Roman"/>
              </a:rPr>
              <a:t>r</a:t>
            </a:r>
            <a:r>
              <a:rPr sz="2800" spc="-145" dirty="0">
                <a:latin typeface="Times New Roman"/>
                <a:cs typeface="Times New Roman"/>
              </a:rPr>
              <a:t>i</a:t>
            </a:r>
            <a:r>
              <a:rPr sz="2800" spc="-195" dirty="0">
                <a:latin typeface="Times New Roman"/>
                <a:cs typeface="Times New Roman"/>
              </a:rPr>
              <a:t>sks</a:t>
            </a:r>
            <a:endParaRPr sz="2800">
              <a:latin typeface="Times New Roman"/>
              <a:cs typeface="Times New Roman"/>
            </a:endParaRPr>
          </a:p>
          <a:p>
            <a:pPr marL="287020" marR="5080" indent="-274320">
              <a:lnSpc>
                <a:spcPts val="3030"/>
              </a:lnSpc>
              <a:spcBef>
                <a:spcPts val="640"/>
              </a:spcBef>
              <a:buClr>
                <a:srgbClr val="D24717"/>
              </a:buClr>
              <a:buSzPct val="83928"/>
              <a:buFont typeface="Segoe UI Symbol"/>
              <a:buChar char="⚫"/>
              <a:tabLst>
                <a:tab pos="287020" algn="l"/>
              </a:tabLst>
            </a:pPr>
            <a:r>
              <a:rPr sz="2800" spc="-120" dirty="0">
                <a:latin typeface="Times New Roman"/>
                <a:cs typeface="Times New Roman"/>
              </a:rPr>
              <a:t>Wide</a:t>
            </a:r>
            <a:r>
              <a:rPr sz="2800" spc="-85" dirty="0">
                <a:latin typeface="Times New Roman"/>
                <a:cs typeface="Times New Roman"/>
              </a:rPr>
              <a:t> </a:t>
            </a:r>
            <a:r>
              <a:rPr sz="2800" spc="-125" dirty="0">
                <a:latin typeface="Times New Roman"/>
                <a:cs typeface="Times New Roman"/>
              </a:rPr>
              <a:t>variety</a:t>
            </a:r>
            <a:r>
              <a:rPr sz="2800" spc="-100" dirty="0">
                <a:latin typeface="Times New Roman"/>
                <a:cs typeface="Times New Roman"/>
              </a:rPr>
              <a:t> </a:t>
            </a:r>
            <a:r>
              <a:rPr sz="2800" spc="-105" dirty="0">
                <a:latin typeface="Times New Roman"/>
                <a:cs typeface="Times New Roman"/>
              </a:rPr>
              <a:t>terminals</a:t>
            </a:r>
            <a:r>
              <a:rPr sz="2800" spc="-90" dirty="0">
                <a:latin typeface="Times New Roman"/>
                <a:cs typeface="Times New Roman"/>
              </a:rPr>
              <a:t> </a:t>
            </a:r>
            <a:r>
              <a:rPr sz="2800" spc="-150" dirty="0">
                <a:latin typeface="Times New Roman"/>
                <a:cs typeface="Times New Roman"/>
              </a:rPr>
              <a:t>and</a:t>
            </a:r>
            <a:r>
              <a:rPr sz="2800" spc="-100" dirty="0">
                <a:latin typeface="Times New Roman"/>
                <a:cs typeface="Times New Roman"/>
              </a:rPr>
              <a:t> </a:t>
            </a:r>
            <a:r>
              <a:rPr sz="2800" spc="-165" dirty="0">
                <a:latin typeface="Times New Roman"/>
                <a:cs typeface="Times New Roman"/>
              </a:rPr>
              <a:t>devices</a:t>
            </a:r>
            <a:r>
              <a:rPr sz="2800" spc="-40" dirty="0">
                <a:latin typeface="Times New Roman"/>
                <a:cs typeface="Times New Roman"/>
              </a:rPr>
              <a:t> </a:t>
            </a:r>
            <a:r>
              <a:rPr sz="2800" spc="-105" dirty="0">
                <a:latin typeface="Times New Roman"/>
                <a:cs typeface="Times New Roman"/>
              </a:rPr>
              <a:t>with </a:t>
            </a:r>
            <a:r>
              <a:rPr sz="2800" spc="-110" dirty="0">
                <a:latin typeface="Times New Roman"/>
                <a:cs typeface="Times New Roman"/>
              </a:rPr>
              <a:t>different </a:t>
            </a:r>
            <a:r>
              <a:rPr sz="2800" spc="-685" dirty="0">
                <a:latin typeface="Times New Roman"/>
                <a:cs typeface="Times New Roman"/>
              </a:rPr>
              <a:t> </a:t>
            </a:r>
            <a:r>
              <a:rPr sz="2800" spc="-140" dirty="0">
                <a:latin typeface="Times New Roman"/>
                <a:cs typeface="Times New Roman"/>
              </a:rPr>
              <a:t>capabilities</a:t>
            </a:r>
            <a:endParaRPr sz="2800">
              <a:latin typeface="Times New Roman"/>
              <a:cs typeface="Times New Roman"/>
            </a:endParaRPr>
          </a:p>
          <a:p>
            <a:pPr marL="287020" indent="-274320">
              <a:lnSpc>
                <a:spcPct val="100000"/>
              </a:lnSpc>
              <a:spcBef>
                <a:spcPts val="215"/>
              </a:spcBef>
              <a:buClr>
                <a:srgbClr val="D24717"/>
              </a:buClr>
              <a:buSzPct val="83928"/>
              <a:buFont typeface="Segoe UI Symbol"/>
              <a:buChar char="⚫"/>
              <a:tabLst>
                <a:tab pos="287020" algn="l"/>
              </a:tabLst>
            </a:pPr>
            <a:r>
              <a:rPr sz="2800" spc="-120" dirty="0">
                <a:latin typeface="Times New Roman"/>
                <a:cs typeface="Times New Roman"/>
              </a:rPr>
              <a:t>Fit</a:t>
            </a:r>
            <a:r>
              <a:rPr sz="2800" spc="-100" dirty="0">
                <a:latin typeface="Times New Roman"/>
                <a:cs typeface="Times New Roman"/>
              </a:rPr>
              <a:t> </a:t>
            </a:r>
            <a:r>
              <a:rPr sz="2800" spc="-95" dirty="0">
                <a:latin typeface="Times New Roman"/>
                <a:cs typeface="Times New Roman"/>
              </a:rPr>
              <a:t>more</a:t>
            </a:r>
            <a:r>
              <a:rPr sz="2800" spc="-80" dirty="0">
                <a:latin typeface="Times New Roman"/>
                <a:cs typeface="Times New Roman"/>
              </a:rPr>
              <a:t> </a:t>
            </a:r>
            <a:r>
              <a:rPr sz="2800" spc="-125" dirty="0">
                <a:latin typeface="Times New Roman"/>
                <a:cs typeface="Times New Roman"/>
              </a:rPr>
              <a:t>functionality</a:t>
            </a:r>
            <a:r>
              <a:rPr sz="2800" spc="-145" dirty="0">
                <a:latin typeface="Times New Roman"/>
                <a:cs typeface="Times New Roman"/>
              </a:rPr>
              <a:t> </a:t>
            </a:r>
            <a:r>
              <a:rPr sz="2800" spc="-80" dirty="0">
                <a:latin typeface="Times New Roman"/>
                <a:cs typeface="Times New Roman"/>
              </a:rPr>
              <a:t>into</a:t>
            </a:r>
            <a:r>
              <a:rPr sz="2800" spc="-120" dirty="0">
                <a:latin typeface="Times New Roman"/>
                <a:cs typeface="Times New Roman"/>
              </a:rPr>
              <a:t> single,</a:t>
            </a:r>
            <a:r>
              <a:rPr sz="2800" spc="-220" dirty="0">
                <a:latin typeface="Times New Roman"/>
                <a:cs typeface="Times New Roman"/>
              </a:rPr>
              <a:t> </a:t>
            </a:r>
            <a:r>
              <a:rPr sz="2800" spc="-130" dirty="0">
                <a:latin typeface="Times New Roman"/>
                <a:cs typeface="Times New Roman"/>
              </a:rPr>
              <a:t>smaller</a:t>
            </a:r>
            <a:r>
              <a:rPr sz="2800" spc="-85" dirty="0">
                <a:latin typeface="Times New Roman"/>
                <a:cs typeface="Times New Roman"/>
              </a:rPr>
              <a:t> </a:t>
            </a:r>
            <a:r>
              <a:rPr sz="2800" spc="-150" dirty="0">
                <a:latin typeface="Times New Roman"/>
                <a:cs typeface="Times New Roman"/>
              </a:rPr>
              <a:t>device</a:t>
            </a:r>
            <a:endParaRPr sz="2800">
              <a:latin typeface="Times New Roman"/>
              <a:cs typeface="Times New Roman"/>
            </a:endParaRPr>
          </a:p>
          <a:p>
            <a:pPr marL="287020" indent="-274320">
              <a:lnSpc>
                <a:spcPct val="100000"/>
              </a:lnSpc>
              <a:spcBef>
                <a:spcPts val="265"/>
              </a:spcBef>
              <a:buClr>
                <a:srgbClr val="D24717"/>
              </a:buClr>
              <a:buSzPct val="83928"/>
              <a:buFont typeface="Segoe UI Symbol"/>
              <a:buChar char="⚫"/>
              <a:tabLst>
                <a:tab pos="287020" algn="l"/>
              </a:tabLst>
            </a:pPr>
            <a:r>
              <a:rPr sz="2800" spc="-175" dirty="0">
                <a:latin typeface="Times New Roman"/>
                <a:cs typeface="Times New Roman"/>
              </a:rPr>
              <a:t>QoS</a:t>
            </a:r>
            <a:endParaRPr sz="2800">
              <a:latin typeface="Times New Roman"/>
              <a:cs typeface="Times New Roman"/>
            </a:endParaRPr>
          </a:p>
        </p:txBody>
      </p:sp>
      <p:pic>
        <p:nvPicPr>
          <p:cNvPr id="4" name="object 4"/>
          <p:cNvPicPr/>
          <p:nvPr/>
        </p:nvPicPr>
        <p:blipFill>
          <a:blip r:embed="rId2" cstate="print"/>
          <a:stretch>
            <a:fillRect/>
          </a:stretch>
        </p:blipFill>
        <p:spPr>
          <a:xfrm>
            <a:off x="7086600" y="533400"/>
            <a:ext cx="1682496" cy="2176272"/>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2462" y="305038"/>
            <a:ext cx="7247795" cy="5800262"/>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688924"/>
            <a:ext cx="7060565" cy="636905"/>
          </a:xfrm>
          <a:prstGeom prst="rect">
            <a:avLst/>
          </a:prstGeom>
        </p:spPr>
        <p:txBody>
          <a:bodyPr vert="horz" wrap="square" lIns="0" tIns="13970" rIns="0" bIns="0" rtlCol="0">
            <a:spAutoFit/>
          </a:bodyPr>
          <a:lstStyle/>
          <a:p>
            <a:pPr marL="12700">
              <a:lnSpc>
                <a:spcPct val="100000"/>
              </a:lnSpc>
              <a:spcBef>
                <a:spcPts val="110"/>
              </a:spcBef>
            </a:pPr>
            <a:r>
              <a:rPr sz="4000" b="1" spc="-455" dirty="0">
                <a:solidFill>
                  <a:srgbClr val="696363"/>
                </a:solidFill>
                <a:latin typeface="Arial"/>
                <a:cs typeface="Arial"/>
              </a:rPr>
              <a:t>L</a:t>
            </a:r>
            <a:r>
              <a:rPr sz="4000" b="1" spc="-185" dirty="0">
                <a:solidFill>
                  <a:srgbClr val="696363"/>
                </a:solidFill>
                <a:latin typeface="Arial"/>
                <a:cs typeface="Arial"/>
              </a:rPr>
              <a:t>i</a:t>
            </a:r>
            <a:r>
              <a:rPr sz="4000" b="1" spc="-275" dirty="0">
                <a:solidFill>
                  <a:srgbClr val="696363"/>
                </a:solidFill>
                <a:latin typeface="Arial"/>
                <a:cs typeface="Arial"/>
              </a:rPr>
              <a:t>m</a:t>
            </a:r>
            <a:r>
              <a:rPr sz="4000" b="1" spc="-185" dirty="0">
                <a:solidFill>
                  <a:srgbClr val="696363"/>
                </a:solidFill>
                <a:latin typeface="Arial"/>
                <a:cs typeface="Arial"/>
              </a:rPr>
              <a:t>i</a:t>
            </a:r>
            <a:r>
              <a:rPr sz="4000" b="1" spc="-80" dirty="0">
                <a:solidFill>
                  <a:srgbClr val="696363"/>
                </a:solidFill>
                <a:latin typeface="Arial"/>
                <a:cs typeface="Arial"/>
              </a:rPr>
              <a:t>t</a:t>
            </a:r>
            <a:r>
              <a:rPr sz="4000" b="1" spc="-150" dirty="0">
                <a:solidFill>
                  <a:srgbClr val="696363"/>
                </a:solidFill>
                <a:latin typeface="Arial"/>
                <a:cs typeface="Arial"/>
              </a:rPr>
              <a:t>a</a:t>
            </a:r>
            <a:r>
              <a:rPr sz="4000" b="1" spc="-95" dirty="0">
                <a:solidFill>
                  <a:srgbClr val="696363"/>
                </a:solidFill>
                <a:latin typeface="Arial"/>
                <a:cs typeface="Arial"/>
              </a:rPr>
              <a:t>t</a:t>
            </a:r>
            <a:r>
              <a:rPr sz="4000" b="1" spc="-295" dirty="0">
                <a:solidFill>
                  <a:srgbClr val="696363"/>
                </a:solidFill>
                <a:latin typeface="Arial"/>
                <a:cs typeface="Arial"/>
              </a:rPr>
              <a:t>ion</a:t>
            </a:r>
            <a:r>
              <a:rPr sz="4000" b="1" spc="-325" dirty="0">
                <a:solidFill>
                  <a:srgbClr val="696363"/>
                </a:solidFill>
                <a:latin typeface="Arial"/>
                <a:cs typeface="Arial"/>
              </a:rPr>
              <a:t>s</a:t>
            </a:r>
            <a:r>
              <a:rPr sz="4000" b="1" spc="-185" dirty="0">
                <a:solidFill>
                  <a:srgbClr val="696363"/>
                </a:solidFill>
                <a:latin typeface="Arial"/>
                <a:cs typeface="Arial"/>
              </a:rPr>
              <a:t> </a:t>
            </a:r>
            <a:r>
              <a:rPr sz="4000" b="1" spc="-160" dirty="0">
                <a:solidFill>
                  <a:srgbClr val="696363"/>
                </a:solidFill>
                <a:latin typeface="Arial"/>
                <a:cs typeface="Arial"/>
              </a:rPr>
              <a:t>t</a:t>
            </a:r>
            <a:r>
              <a:rPr sz="4000" b="1" spc="-360" dirty="0">
                <a:solidFill>
                  <a:srgbClr val="696363"/>
                </a:solidFill>
                <a:latin typeface="Arial"/>
                <a:cs typeface="Arial"/>
              </a:rPr>
              <a:t>o</a:t>
            </a:r>
            <a:r>
              <a:rPr sz="4000" b="1" spc="-130" dirty="0">
                <a:solidFill>
                  <a:srgbClr val="696363"/>
                </a:solidFill>
                <a:latin typeface="Arial"/>
                <a:cs typeface="Arial"/>
              </a:rPr>
              <a:t> </a:t>
            </a:r>
            <a:r>
              <a:rPr sz="4000" b="1" spc="-550" dirty="0">
                <a:solidFill>
                  <a:srgbClr val="696363"/>
                </a:solidFill>
                <a:latin typeface="Arial"/>
                <a:cs typeface="Arial"/>
              </a:rPr>
              <a:t>C</a:t>
            </a:r>
            <a:r>
              <a:rPr sz="4000" b="1" spc="-270" dirty="0">
                <a:solidFill>
                  <a:srgbClr val="696363"/>
                </a:solidFill>
                <a:latin typeface="Arial"/>
                <a:cs typeface="Arial"/>
              </a:rPr>
              <a:t>o</a:t>
            </a:r>
            <a:r>
              <a:rPr sz="4000" b="1" spc="-409" dirty="0">
                <a:solidFill>
                  <a:srgbClr val="696363"/>
                </a:solidFill>
                <a:latin typeface="Arial"/>
                <a:cs typeface="Arial"/>
              </a:rPr>
              <a:t>m</a:t>
            </a:r>
            <a:r>
              <a:rPr sz="4000" b="1" spc="-295" dirty="0">
                <a:solidFill>
                  <a:srgbClr val="696363"/>
                </a:solidFill>
                <a:latin typeface="Arial"/>
                <a:cs typeface="Arial"/>
              </a:rPr>
              <a:t>p</a:t>
            </a:r>
            <a:r>
              <a:rPr sz="4000" b="1" spc="-315" dirty="0">
                <a:solidFill>
                  <a:srgbClr val="696363"/>
                </a:solidFill>
                <a:latin typeface="Arial"/>
                <a:cs typeface="Arial"/>
              </a:rPr>
              <a:t>u</a:t>
            </a:r>
            <a:r>
              <a:rPr sz="4000" b="1" spc="-160" dirty="0">
                <a:solidFill>
                  <a:srgbClr val="696363"/>
                </a:solidFill>
                <a:latin typeface="Arial"/>
                <a:cs typeface="Arial"/>
              </a:rPr>
              <a:t>t</a:t>
            </a:r>
            <a:r>
              <a:rPr sz="4000" b="1" spc="-190" dirty="0">
                <a:solidFill>
                  <a:srgbClr val="696363"/>
                </a:solidFill>
                <a:latin typeface="Arial"/>
                <a:cs typeface="Arial"/>
              </a:rPr>
              <a:t>er</a:t>
            </a:r>
            <a:r>
              <a:rPr sz="4000" b="1" spc="-180" dirty="0">
                <a:solidFill>
                  <a:srgbClr val="696363"/>
                </a:solidFill>
                <a:latin typeface="Arial"/>
                <a:cs typeface="Arial"/>
              </a:rPr>
              <a:t> </a:t>
            </a:r>
            <a:r>
              <a:rPr sz="4000" b="1" spc="-229" dirty="0">
                <a:solidFill>
                  <a:srgbClr val="696363"/>
                </a:solidFill>
                <a:latin typeface="Arial"/>
                <a:cs typeface="Arial"/>
              </a:rPr>
              <a:t>N</a:t>
            </a:r>
            <a:r>
              <a:rPr sz="4000" b="1" spc="-185" dirty="0">
                <a:solidFill>
                  <a:srgbClr val="696363"/>
                </a:solidFill>
                <a:latin typeface="Arial"/>
                <a:cs typeface="Arial"/>
              </a:rPr>
              <a:t>et</a:t>
            </a:r>
            <a:r>
              <a:rPr sz="4000" b="1" spc="-355" dirty="0">
                <a:solidFill>
                  <a:srgbClr val="696363"/>
                </a:solidFill>
                <a:latin typeface="Arial"/>
                <a:cs typeface="Arial"/>
              </a:rPr>
              <a:t>w</a:t>
            </a:r>
            <a:r>
              <a:rPr sz="4000" b="1" spc="-380" dirty="0">
                <a:solidFill>
                  <a:srgbClr val="696363"/>
                </a:solidFill>
                <a:latin typeface="Arial"/>
                <a:cs typeface="Arial"/>
              </a:rPr>
              <a:t>o</a:t>
            </a:r>
            <a:r>
              <a:rPr sz="4000" b="1" spc="-265" dirty="0">
                <a:solidFill>
                  <a:srgbClr val="696363"/>
                </a:solidFill>
                <a:latin typeface="Arial"/>
                <a:cs typeface="Arial"/>
              </a:rPr>
              <a:t>r</a:t>
            </a:r>
            <a:r>
              <a:rPr sz="4000" b="1" spc="-220" dirty="0">
                <a:solidFill>
                  <a:srgbClr val="696363"/>
                </a:solidFill>
                <a:latin typeface="Arial"/>
                <a:cs typeface="Arial"/>
              </a:rPr>
              <a:t>k</a:t>
            </a:r>
            <a:endParaRPr sz="400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
        <p:nvSpPr>
          <p:cNvPr id="3" name="object 3"/>
          <p:cNvSpPr txBox="1"/>
          <p:nvPr/>
        </p:nvSpPr>
        <p:spPr>
          <a:xfrm>
            <a:off x="993444" y="1358945"/>
            <a:ext cx="5467350" cy="2860675"/>
          </a:xfrm>
          <a:prstGeom prst="rect">
            <a:avLst/>
          </a:prstGeom>
        </p:spPr>
        <p:txBody>
          <a:bodyPr vert="horz" wrap="square" lIns="0" tIns="88265" rIns="0" bIns="0" rtlCol="0">
            <a:spAutoFit/>
          </a:bodyPr>
          <a:lstStyle/>
          <a:p>
            <a:pPr marL="286385" indent="-274320">
              <a:lnSpc>
                <a:spcPct val="100000"/>
              </a:lnSpc>
              <a:spcBef>
                <a:spcPts val="695"/>
              </a:spcBef>
              <a:buClr>
                <a:srgbClr val="D24717"/>
              </a:buClr>
              <a:buSzPct val="84615"/>
              <a:buFont typeface="Segoe UI Symbol"/>
              <a:buChar char="⚫"/>
              <a:tabLst>
                <a:tab pos="287020" algn="l"/>
              </a:tabLst>
            </a:pPr>
            <a:r>
              <a:rPr sz="2600" spc="-180" dirty="0">
                <a:latin typeface="Times New Roman"/>
                <a:cs typeface="Times New Roman"/>
              </a:rPr>
              <a:t>Cy</a:t>
            </a:r>
            <a:r>
              <a:rPr sz="2600" spc="-165" dirty="0">
                <a:latin typeface="Times New Roman"/>
                <a:cs typeface="Times New Roman"/>
              </a:rPr>
              <a:t>b</a:t>
            </a:r>
            <a:r>
              <a:rPr sz="2600" spc="-40" dirty="0">
                <a:latin typeface="Times New Roman"/>
                <a:cs typeface="Times New Roman"/>
              </a:rPr>
              <a:t>er</a:t>
            </a:r>
            <a:r>
              <a:rPr sz="2600" spc="-20" dirty="0">
                <a:latin typeface="Times New Roman"/>
                <a:cs typeface="Times New Roman"/>
              </a:rPr>
              <a:t> </a:t>
            </a:r>
            <a:r>
              <a:rPr sz="2600" spc="-85" dirty="0">
                <a:latin typeface="Times New Roman"/>
                <a:cs typeface="Times New Roman"/>
              </a:rPr>
              <a:t>C</a:t>
            </a:r>
            <a:r>
              <a:rPr sz="2600" spc="-5" dirty="0">
                <a:latin typeface="Times New Roman"/>
                <a:cs typeface="Times New Roman"/>
              </a:rPr>
              <a:t>r</a:t>
            </a:r>
            <a:r>
              <a:rPr sz="2600" spc="-125" dirty="0">
                <a:latin typeface="Times New Roman"/>
                <a:cs typeface="Times New Roman"/>
              </a:rPr>
              <a:t>i</a:t>
            </a:r>
            <a:r>
              <a:rPr sz="2600" spc="-155" dirty="0">
                <a:latin typeface="Times New Roman"/>
                <a:cs typeface="Times New Roman"/>
              </a:rPr>
              <a:t>m</a:t>
            </a:r>
            <a:r>
              <a:rPr sz="2600" spc="-150" dirty="0">
                <a:latin typeface="Times New Roman"/>
                <a:cs typeface="Times New Roman"/>
              </a:rPr>
              <a:t>e</a:t>
            </a:r>
            <a:r>
              <a:rPr sz="2600" spc="105" dirty="0">
                <a:latin typeface="Times New Roman"/>
                <a:cs typeface="Times New Roman"/>
              </a:rPr>
              <a:t>.</a:t>
            </a:r>
            <a:endParaRPr sz="2600">
              <a:latin typeface="Times New Roman"/>
              <a:cs typeface="Times New Roman"/>
            </a:endParaRPr>
          </a:p>
          <a:p>
            <a:pPr marL="286385" indent="-274320">
              <a:lnSpc>
                <a:spcPct val="100000"/>
              </a:lnSpc>
              <a:spcBef>
                <a:spcPts val="600"/>
              </a:spcBef>
              <a:buClr>
                <a:srgbClr val="D24717"/>
              </a:buClr>
              <a:buSzPct val="84615"/>
              <a:buFont typeface="Segoe UI Symbol"/>
              <a:buChar char="⚫"/>
              <a:tabLst>
                <a:tab pos="287020" algn="l"/>
              </a:tabLst>
            </a:pPr>
            <a:r>
              <a:rPr sz="2600" spc="-130" dirty="0">
                <a:latin typeface="Times New Roman"/>
                <a:cs typeface="Times New Roman"/>
              </a:rPr>
              <a:t>Ne</a:t>
            </a:r>
            <a:r>
              <a:rPr sz="2600" spc="-95" dirty="0">
                <a:latin typeface="Times New Roman"/>
                <a:cs typeface="Times New Roman"/>
              </a:rPr>
              <a:t>e</a:t>
            </a:r>
            <a:r>
              <a:rPr sz="2600" spc="-114" dirty="0">
                <a:latin typeface="Times New Roman"/>
                <a:cs typeface="Times New Roman"/>
              </a:rPr>
              <a:t>d</a:t>
            </a:r>
            <a:r>
              <a:rPr sz="2600" spc="-65" dirty="0">
                <a:latin typeface="Times New Roman"/>
                <a:cs typeface="Times New Roman"/>
              </a:rPr>
              <a:t> </a:t>
            </a:r>
            <a:r>
              <a:rPr sz="2600" spc="-155" dirty="0">
                <a:latin typeface="Times New Roman"/>
                <a:cs typeface="Times New Roman"/>
              </a:rPr>
              <a:t>C</a:t>
            </a:r>
            <a:r>
              <a:rPr sz="2600" spc="-130" dirty="0">
                <a:latin typeface="Times New Roman"/>
                <a:cs typeface="Times New Roman"/>
              </a:rPr>
              <a:t>onne</a:t>
            </a:r>
            <a:r>
              <a:rPr sz="2600" spc="-120" dirty="0">
                <a:latin typeface="Times New Roman"/>
                <a:cs typeface="Times New Roman"/>
              </a:rPr>
              <a:t>c</a:t>
            </a:r>
            <a:r>
              <a:rPr sz="2600" spc="45" dirty="0">
                <a:latin typeface="Times New Roman"/>
                <a:cs typeface="Times New Roman"/>
              </a:rPr>
              <a:t>t</a:t>
            </a:r>
            <a:r>
              <a:rPr sz="2600" spc="-125" dirty="0">
                <a:latin typeface="Times New Roman"/>
                <a:cs typeface="Times New Roman"/>
              </a:rPr>
              <a:t>i</a:t>
            </a:r>
            <a:r>
              <a:rPr sz="2600" spc="-225" dirty="0">
                <a:latin typeface="Times New Roman"/>
                <a:cs typeface="Times New Roman"/>
              </a:rPr>
              <a:t>v</a:t>
            </a:r>
            <a:r>
              <a:rPr sz="2600" spc="-120" dirty="0">
                <a:latin typeface="Times New Roman"/>
                <a:cs typeface="Times New Roman"/>
              </a:rPr>
              <a:t>i</a:t>
            </a:r>
            <a:r>
              <a:rPr sz="2600" spc="45" dirty="0">
                <a:latin typeface="Times New Roman"/>
                <a:cs typeface="Times New Roman"/>
              </a:rPr>
              <a:t>t</a:t>
            </a:r>
            <a:r>
              <a:rPr sz="2600" spc="-484" dirty="0">
                <a:latin typeface="Times New Roman"/>
                <a:cs typeface="Times New Roman"/>
              </a:rPr>
              <a:t>y</a:t>
            </a:r>
            <a:r>
              <a:rPr sz="2600" spc="105" dirty="0">
                <a:latin typeface="Times New Roman"/>
                <a:cs typeface="Times New Roman"/>
              </a:rPr>
              <a:t>.</a:t>
            </a:r>
            <a:endParaRPr sz="2600">
              <a:latin typeface="Times New Roman"/>
              <a:cs typeface="Times New Roman"/>
            </a:endParaRPr>
          </a:p>
          <a:p>
            <a:pPr marL="286385" indent="-274320">
              <a:lnSpc>
                <a:spcPct val="100000"/>
              </a:lnSpc>
              <a:spcBef>
                <a:spcPts val="605"/>
              </a:spcBef>
              <a:buClr>
                <a:srgbClr val="D24717"/>
              </a:buClr>
              <a:buSzPct val="84615"/>
              <a:buFont typeface="Segoe UI Symbol"/>
              <a:buChar char="⚫"/>
              <a:tabLst>
                <a:tab pos="287020" algn="l"/>
              </a:tabLst>
            </a:pPr>
            <a:r>
              <a:rPr sz="2600" spc="-200" dirty="0">
                <a:latin typeface="Times New Roman"/>
                <a:cs typeface="Times New Roman"/>
              </a:rPr>
              <a:t>G</a:t>
            </a:r>
            <a:r>
              <a:rPr sz="2600" spc="-75" dirty="0">
                <a:latin typeface="Times New Roman"/>
                <a:cs typeface="Times New Roman"/>
              </a:rPr>
              <a:t>l</a:t>
            </a:r>
            <a:r>
              <a:rPr sz="2600" spc="-130" dirty="0">
                <a:latin typeface="Times New Roman"/>
                <a:cs typeface="Times New Roman"/>
              </a:rPr>
              <a:t>o</a:t>
            </a:r>
            <a:r>
              <a:rPr sz="2600" spc="-150" dirty="0">
                <a:latin typeface="Times New Roman"/>
                <a:cs typeface="Times New Roman"/>
              </a:rPr>
              <a:t>b</a:t>
            </a:r>
            <a:r>
              <a:rPr sz="2600" spc="-220" dirty="0">
                <a:latin typeface="Times New Roman"/>
                <a:cs typeface="Times New Roman"/>
              </a:rPr>
              <a:t>a</a:t>
            </a:r>
            <a:r>
              <a:rPr sz="2600" spc="-100" dirty="0">
                <a:latin typeface="Times New Roman"/>
                <a:cs typeface="Times New Roman"/>
              </a:rPr>
              <a:t>l</a:t>
            </a:r>
            <a:r>
              <a:rPr sz="2600" spc="-25" dirty="0">
                <a:latin typeface="Times New Roman"/>
                <a:cs typeface="Times New Roman"/>
              </a:rPr>
              <a:t> </a:t>
            </a:r>
            <a:r>
              <a:rPr sz="2600" spc="-80" dirty="0">
                <a:latin typeface="Times New Roman"/>
                <a:cs typeface="Times New Roman"/>
              </a:rPr>
              <a:t>Pr</a:t>
            </a:r>
            <a:r>
              <a:rPr sz="2600" spc="-130" dirty="0">
                <a:latin typeface="Times New Roman"/>
                <a:cs typeface="Times New Roman"/>
              </a:rPr>
              <a:t>o</a:t>
            </a:r>
            <a:r>
              <a:rPr sz="2600" spc="45" dirty="0">
                <a:latin typeface="Times New Roman"/>
                <a:cs typeface="Times New Roman"/>
              </a:rPr>
              <a:t>t</a:t>
            </a:r>
            <a:r>
              <a:rPr sz="2600" spc="-130" dirty="0">
                <a:latin typeface="Times New Roman"/>
                <a:cs typeface="Times New Roman"/>
              </a:rPr>
              <a:t>o</a:t>
            </a:r>
            <a:r>
              <a:rPr sz="2600" spc="-155" dirty="0">
                <a:latin typeface="Times New Roman"/>
                <a:cs typeface="Times New Roman"/>
              </a:rPr>
              <a:t>c</a:t>
            </a:r>
            <a:r>
              <a:rPr sz="2600" spc="-130" dirty="0">
                <a:latin typeface="Times New Roman"/>
                <a:cs typeface="Times New Roman"/>
              </a:rPr>
              <a:t>o</a:t>
            </a:r>
            <a:r>
              <a:rPr sz="2600" spc="-100" dirty="0">
                <a:latin typeface="Times New Roman"/>
                <a:cs typeface="Times New Roman"/>
              </a:rPr>
              <a:t>l</a:t>
            </a:r>
            <a:r>
              <a:rPr sz="2600" spc="-25" dirty="0">
                <a:latin typeface="Times New Roman"/>
                <a:cs typeface="Times New Roman"/>
              </a:rPr>
              <a:t> </a:t>
            </a:r>
            <a:r>
              <a:rPr sz="2600" spc="-220" dirty="0">
                <a:latin typeface="Times New Roman"/>
                <a:cs typeface="Times New Roman"/>
              </a:rPr>
              <a:t>a</a:t>
            </a:r>
            <a:r>
              <a:rPr sz="2600" spc="-155" dirty="0">
                <a:latin typeface="Times New Roman"/>
                <a:cs typeface="Times New Roman"/>
              </a:rPr>
              <a:t>cc</a:t>
            </a:r>
            <a:r>
              <a:rPr sz="2600" spc="-70" dirty="0">
                <a:latin typeface="Times New Roman"/>
                <a:cs typeface="Times New Roman"/>
              </a:rPr>
              <a:t>ep</a:t>
            </a:r>
            <a:r>
              <a:rPr sz="2600" spc="-40" dirty="0">
                <a:latin typeface="Times New Roman"/>
                <a:cs typeface="Times New Roman"/>
              </a:rPr>
              <a:t>t</a:t>
            </a:r>
            <a:r>
              <a:rPr sz="2600" spc="-220" dirty="0">
                <a:latin typeface="Times New Roman"/>
                <a:cs typeface="Times New Roman"/>
              </a:rPr>
              <a:t>a</a:t>
            </a:r>
            <a:r>
              <a:rPr sz="2600" spc="-130" dirty="0">
                <a:latin typeface="Times New Roman"/>
                <a:cs typeface="Times New Roman"/>
              </a:rPr>
              <a:t>n</a:t>
            </a:r>
            <a:r>
              <a:rPr sz="2600" spc="-155" dirty="0">
                <a:latin typeface="Times New Roman"/>
                <a:cs typeface="Times New Roman"/>
              </a:rPr>
              <a:t>c</a:t>
            </a:r>
            <a:r>
              <a:rPr sz="2600" spc="-150" dirty="0">
                <a:latin typeface="Times New Roman"/>
                <a:cs typeface="Times New Roman"/>
              </a:rPr>
              <a:t>e</a:t>
            </a:r>
            <a:r>
              <a:rPr sz="2600" spc="105" dirty="0">
                <a:latin typeface="Times New Roman"/>
                <a:cs typeface="Times New Roman"/>
              </a:rPr>
              <a:t>.</a:t>
            </a:r>
            <a:r>
              <a:rPr sz="2600" spc="-150" dirty="0">
                <a:latin typeface="Times New Roman"/>
                <a:cs typeface="Times New Roman"/>
              </a:rPr>
              <a:t> </a:t>
            </a:r>
            <a:r>
              <a:rPr sz="2600" spc="-170" dirty="0">
                <a:latin typeface="Times New Roman"/>
                <a:cs typeface="Times New Roman"/>
              </a:rPr>
              <a:t>IPv4</a:t>
            </a:r>
            <a:r>
              <a:rPr sz="2600" spc="-40" dirty="0">
                <a:latin typeface="Times New Roman"/>
                <a:cs typeface="Times New Roman"/>
              </a:rPr>
              <a:t> </a:t>
            </a:r>
            <a:r>
              <a:rPr sz="2600" spc="-220" dirty="0">
                <a:latin typeface="Times New Roman"/>
                <a:cs typeface="Times New Roman"/>
              </a:rPr>
              <a:t>a</a:t>
            </a:r>
            <a:r>
              <a:rPr sz="2600" spc="-130" dirty="0">
                <a:latin typeface="Times New Roman"/>
                <a:cs typeface="Times New Roman"/>
              </a:rPr>
              <a:t>n</a:t>
            </a:r>
            <a:r>
              <a:rPr sz="2600" spc="-114" dirty="0">
                <a:latin typeface="Times New Roman"/>
                <a:cs typeface="Times New Roman"/>
              </a:rPr>
              <a:t>d</a:t>
            </a:r>
            <a:r>
              <a:rPr sz="2600" spc="-40" dirty="0">
                <a:latin typeface="Times New Roman"/>
                <a:cs typeface="Times New Roman"/>
              </a:rPr>
              <a:t> </a:t>
            </a:r>
            <a:r>
              <a:rPr sz="2600" spc="-165" dirty="0">
                <a:latin typeface="Times New Roman"/>
                <a:cs typeface="Times New Roman"/>
              </a:rPr>
              <a:t>IPv</a:t>
            </a:r>
            <a:r>
              <a:rPr sz="2600" spc="-190" dirty="0">
                <a:latin typeface="Times New Roman"/>
                <a:cs typeface="Times New Roman"/>
              </a:rPr>
              <a:t>6</a:t>
            </a:r>
            <a:r>
              <a:rPr sz="2600" spc="105" dirty="0">
                <a:latin typeface="Times New Roman"/>
                <a:cs typeface="Times New Roman"/>
              </a:rPr>
              <a:t>.</a:t>
            </a:r>
            <a:endParaRPr sz="2600">
              <a:latin typeface="Times New Roman"/>
              <a:cs typeface="Times New Roman"/>
            </a:endParaRPr>
          </a:p>
          <a:p>
            <a:pPr marL="286385" indent="-274320">
              <a:lnSpc>
                <a:spcPct val="100000"/>
              </a:lnSpc>
              <a:spcBef>
                <a:spcPts val="600"/>
              </a:spcBef>
              <a:buClr>
                <a:srgbClr val="D24717"/>
              </a:buClr>
              <a:buSzPct val="84615"/>
              <a:buFont typeface="Segoe UI Symbol"/>
              <a:buChar char="⚫"/>
              <a:tabLst>
                <a:tab pos="287020" algn="l"/>
              </a:tabLst>
            </a:pPr>
            <a:r>
              <a:rPr sz="2600" spc="-245" dirty="0">
                <a:latin typeface="Times New Roman"/>
                <a:cs typeface="Times New Roman"/>
              </a:rPr>
              <a:t>P</a:t>
            </a:r>
            <a:r>
              <a:rPr sz="2600" spc="-200" dirty="0">
                <a:latin typeface="Times New Roman"/>
                <a:cs typeface="Times New Roman"/>
              </a:rPr>
              <a:t>o</a:t>
            </a:r>
            <a:r>
              <a:rPr sz="2600" spc="-245" dirty="0">
                <a:latin typeface="Times New Roman"/>
                <a:cs typeface="Times New Roman"/>
              </a:rPr>
              <a:t>w</a:t>
            </a:r>
            <a:r>
              <a:rPr sz="2600" spc="-40" dirty="0">
                <a:latin typeface="Times New Roman"/>
                <a:cs typeface="Times New Roman"/>
              </a:rPr>
              <a:t>er</a:t>
            </a:r>
            <a:r>
              <a:rPr sz="2600" spc="-45" dirty="0">
                <a:latin typeface="Times New Roman"/>
                <a:cs typeface="Times New Roman"/>
              </a:rPr>
              <a:t> </a:t>
            </a:r>
            <a:r>
              <a:rPr sz="2600" spc="-204" dirty="0">
                <a:latin typeface="Times New Roman"/>
                <a:cs typeface="Times New Roman"/>
              </a:rPr>
              <a:t>So</a:t>
            </a:r>
            <a:r>
              <a:rPr sz="2600" spc="-210" dirty="0">
                <a:latin typeface="Times New Roman"/>
                <a:cs typeface="Times New Roman"/>
              </a:rPr>
              <a:t>u</a:t>
            </a:r>
            <a:r>
              <a:rPr sz="2600" spc="-65" dirty="0">
                <a:latin typeface="Times New Roman"/>
                <a:cs typeface="Times New Roman"/>
              </a:rPr>
              <a:t>r</a:t>
            </a:r>
            <a:r>
              <a:rPr sz="2600" spc="-70" dirty="0">
                <a:latin typeface="Times New Roman"/>
                <a:cs typeface="Times New Roman"/>
              </a:rPr>
              <a:t>c</a:t>
            </a:r>
            <a:r>
              <a:rPr sz="2600" spc="-105" dirty="0">
                <a:latin typeface="Times New Roman"/>
                <a:cs typeface="Times New Roman"/>
              </a:rPr>
              <a:t>e</a:t>
            </a:r>
            <a:r>
              <a:rPr sz="2600" spc="-20" dirty="0">
                <a:latin typeface="Times New Roman"/>
                <a:cs typeface="Times New Roman"/>
              </a:rPr>
              <a:t> </a:t>
            </a:r>
            <a:r>
              <a:rPr sz="2600" spc="-125" dirty="0">
                <a:latin typeface="Times New Roman"/>
                <a:cs typeface="Times New Roman"/>
              </a:rPr>
              <a:t>f</a:t>
            </a:r>
            <a:r>
              <a:rPr sz="2600" spc="-195" dirty="0">
                <a:latin typeface="Times New Roman"/>
                <a:cs typeface="Times New Roman"/>
              </a:rPr>
              <a:t>o</a:t>
            </a:r>
            <a:r>
              <a:rPr sz="2600" spc="25" dirty="0">
                <a:latin typeface="Times New Roman"/>
                <a:cs typeface="Times New Roman"/>
              </a:rPr>
              <a:t>r</a:t>
            </a:r>
            <a:r>
              <a:rPr sz="2600" spc="-30" dirty="0">
                <a:latin typeface="Times New Roman"/>
                <a:cs typeface="Times New Roman"/>
              </a:rPr>
              <a:t> </a:t>
            </a:r>
            <a:r>
              <a:rPr sz="2600" spc="-275" dirty="0">
                <a:latin typeface="Times New Roman"/>
                <a:cs typeface="Times New Roman"/>
              </a:rPr>
              <a:t>M</a:t>
            </a:r>
            <a:r>
              <a:rPr sz="2600" spc="-170" dirty="0">
                <a:latin typeface="Times New Roman"/>
                <a:cs typeface="Times New Roman"/>
              </a:rPr>
              <a:t>o</a:t>
            </a:r>
            <a:r>
              <a:rPr sz="2600" spc="-120" dirty="0">
                <a:latin typeface="Times New Roman"/>
                <a:cs typeface="Times New Roman"/>
              </a:rPr>
              <a:t>bile</a:t>
            </a:r>
            <a:r>
              <a:rPr sz="2600" spc="-45" dirty="0">
                <a:latin typeface="Times New Roman"/>
                <a:cs typeface="Times New Roman"/>
              </a:rPr>
              <a:t> </a:t>
            </a:r>
            <a:r>
              <a:rPr sz="2600" spc="-160" dirty="0">
                <a:latin typeface="Times New Roman"/>
                <a:cs typeface="Times New Roman"/>
              </a:rPr>
              <a:t>D</a:t>
            </a:r>
            <a:r>
              <a:rPr sz="2600" spc="-145" dirty="0">
                <a:latin typeface="Times New Roman"/>
                <a:cs typeface="Times New Roman"/>
              </a:rPr>
              <a:t>e</a:t>
            </a:r>
            <a:r>
              <a:rPr sz="2600" spc="-225" dirty="0">
                <a:latin typeface="Times New Roman"/>
                <a:cs typeface="Times New Roman"/>
              </a:rPr>
              <a:t>v</a:t>
            </a:r>
            <a:r>
              <a:rPr sz="2600" spc="-120" dirty="0">
                <a:latin typeface="Times New Roman"/>
                <a:cs typeface="Times New Roman"/>
              </a:rPr>
              <a:t>i</a:t>
            </a:r>
            <a:r>
              <a:rPr sz="2600" spc="-150" dirty="0">
                <a:latin typeface="Times New Roman"/>
                <a:cs typeface="Times New Roman"/>
              </a:rPr>
              <a:t>c</a:t>
            </a:r>
            <a:r>
              <a:rPr sz="2600" spc="-165" dirty="0">
                <a:latin typeface="Times New Roman"/>
                <a:cs typeface="Times New Roman"/>
              </a:rPr>
              <a:t>e</a:t>
            </a:r>
            <a:r>
              <a:rPr sz="2600" spc="-180" dirty="0">
                <a:latin typeface="Times New Roman"/>
                <a:cs typeface="Times New Roman"/>
              </a:rPr>
              <a:t>s</a:t>
            </a:r>
            <a:r>
              <a:rPr sz="2600" spc="105" dirty="0">
                <a:latin typeface="Times New Roman"/>
                <a:cs typeface="Times New Roman"/>
              </a:rPr>
              <a:t>.</a:t>
            </a:r>
            <a:endParaRPr sz="2600">
              <a:latin typeface="Times New Roman"/>
              <a:cs typeface="Times New Roman"/>
            </a:endParaRPr>
          </a:p>
          <a:p>
            <a:pPr marL="286385" indent="-274320">
              <a:lnSpc>
                <a:spcPct val="100000"/>
              </a:lnSpc>
              <a:spcBef>
                <a:spcPts val="605"/>
              </a:spcBef>
              <a:buClr>
                <a:srgbClr val="D24717"/>
              </a:buClr>
              <a:buSzPct val="84615"/>
              <a:buFont typeface="Segoe UI Symbol"/>
              <a:buChar char="⚫"/>
              <a:tabLst>
                <a:tab pos="287020" algn="l"/>
              </a:tabLst>
            </a:pPr>
            <a:r>
              <a:rPr sz="2600" spc="-330" dirty="0">
                <a:latin typeface="Times New Roman"/>
                <a:cs typeface="Times New Roman"/>
              </a:rPr>
              <a:t>S</a:t>
            </a:r>
            <a:r>
              <a:rPr sz="2600" spc="-160" dirty="0">
                <a:latin typeface="Times New Roman"/>
                <a:cs typeface="Times New Roman"/>
              </a:rPr>
              <a:t>iz</a:t>
            </a:r>
            <a:r>
              <a:rPr sz="2600" spc="-155" dirty="0">
                <a:latin typeface="Times New Roman"/>
                <a:cs typeface="Times New Roman"/>
              </a:rPr>
              <a:t>e</a:t>
            </a:r>
            <a:r>
              <a:rPr sz="2600" spc="-55" dirty="0">
                <a:latin typeface="Times New Roman"/>
                <a:cs typeface="Times New Roman"/>
              </a:rPr>
              <a:t> </a:t>
            </a:r>
            <a:r>
              <a:rPr sz="2600" spc="-160" dirty="0">
                <a:latin typeface="Times New Roman"/>
                <a:cs typeface="Times New Roman"/>
              </a:rPr>
              <a:t>a</a:t>
            </a:r>
            <a:r>
              <a:rPr sz="2600" spc="-190" dirty="0">
                <a:latin typeface="Times New Roman"/>
                <a:cs typeface="Times New Roman"/>
              </a:rPr>
              <a:t>n</a:t>
            </a:r>
            <a:r>
              <a:rPr sz="2600" spc="-114" dirty="0">
                <a:latin typeface="Times New Roman"/>
                <a:cs typeface="Times New Roman"/>
              </a:rPr>
              <a:t>d</a:t>
            </a:r>
            <a:r>
              <a:rPr sz="2600" spc="-35" dirty="0">
                <a:latin typeface="Times New Roman"/>
                <a:cs typeface="Times New Roman"/>
              </a:rPr>
              <a:t> </a:t>
            </a:r>
            <a:r>
              <a:rPr sz="2600" spc="-170" dirty="0">
                <a:latin typeface="Times New Roman"/>
                <a:cs typeface="Times New Roman"/>
              </a:rPr>
              <a:t>De</a:t>
            </a:r>
            <a:r>
              <a:rPr sz="2600" spc="-105" dirty="0">
                <a:latin typeface="Times New Roman"/>
                <a:cs typeface="Times New Roman"/>
              </a:rPr>
              <a:t>s</a:t>
            </a:r>
            <a:r>
              <a:rPr sz="2600" spc="-125" dirty="0">
                <a:latin typeface="Times New Roman"/>
                <a:cs typeface="Times New Roman"/>
              </a:rPr>
              <a:t>i</a:t>
            </a:r>
            <a:r>
              <a:rPr sz="2600" spc="-80" dirty="0">
                <a:latin typeface="Times New Roman"/>
                <a:cs typeface="Times New Roman"/>
              </a:rPr>
              <a:t>gn.</a:t>
            </a:r>
            <a:endParaRPr sz="2600">
              <a:latin typeface="Times New Roman"/>
              <a:cs typeface="Times New Roman"/>
            </a:endParaRPr>
          </a:p>
          <a:p>
            <a:pPr marL="286385" indent="-274320">
              <a:lnSpc>
                <a:spcPct val="100000"/>
              </a:lnSpc>
              <a:spcBef>
                <a:spcPts val="600"/>
              </a:spcBef>
              <a:buClr>
                <a:srgbClr val="D24717"/>
              </a:buClr>
              <a:buSzPct val="84615"/>
              <a:buFont typeface="Segoe UI Symbol"/>
              <a:buChar char="⚫"/>
              <a:tabLst>
                <a:tab pos="287020" algn="l"/>
              </a:tabLst>
            </a:pPr>
            <a:r>
              <a:rPr sz="2600" spc="-65" dirty="0">
                <a:latin typeface="Times New Roman"/>
                <a:cs typeface="Times New Roman"/>
              </a:rPr>
              <a:t>Cost.</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57998"/>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D7678F-A34A-479B-5A5F-6F7E02D53372}"/>
              </a:ext>
            </a:extLst>
          </p:cNvPr>
          <p:cNvSpPr>
            <a:spLocks noGrp="1"/>
          </p:cNvSpPr>
          <p:nvPr>
            <p:ph type="title"/>
          </p:nvPr>
        </p:nvSpPr>
        <p:spPr>
          <a:xfrm>
            <a:off x="688644" y="258902"/>
            <a:ext cx="7461910" cy="738664"/>
          </a:xfrm>
        </p:spPr>
        <p:txBody>
          <a:bodyPr/>
          <a:lstStyle/>
          <a:p>
            <a:pPr algn="ctr"/>
            <a:r>
              <a:rPr lang="en-US" altLang="en-US" b="1" dirty="0">
                <a:solidFill>
                  <a:srgbClr val="C00000"/>
                </a:solidFill>
                <a:latin typeface="Times New Roman" panose="02020603050405020304" pitchFamily="18" charset="0"/>
                <a:cs typeface="Times New Roman" panose="02020603050405020304" pitchFamily="18" charset="0"/>
              </a:rPr>
              <a:t>Benefits of the course</a:t>
            </a:r>
            <a:endParaRPr lang="en-US" dirty="0"/>
          </a:p>
        </p:txBody>
      </p:sp>
      <p:sp>
        <p:nvSpPr>
          <p:cNvPr id="3" name="Text Placeholder 2">
            <a:extLst>
              <a:ext uri="{FF2B5EF4-FFF2-40B4-BE49-F238E27FC236}">
                <a16:creationId xmlns="" xmlns:a16="http://schemas.microsoft.com/office/drawing/2014/main" id="{EF2D6C81-99EB-4FA5-03FE-62D01CE2BFAB}"/>
              </a:ext>
            </a:extLst>
          </p:cNvPr>
          <p:cNvSpPr>
            <a:spLocks noGrp="1"/>
          </p:cNvSpPr>
          <p:nvPr>
            <p:ph type="body" idx="1"/>
          </p:nvPr>
        </p:nvSpPr>
        <p:spPr>
          <a:xfrm>
            <a:off x="993444" y="1358945"/>
            <a:ext cx="7157110" cy="3385542"/>
          </a:xfrm>
        </p:spPr>
        <p:txBody>
          <a:bodyPr/>
          <a:lstStyle/>
          <a:p>
            <a:pPr marL="285750" indent="-285750" algn="just">
              <a:buFont typeface="Arial" panose="020B0604020202020204" pitchFamily="34" charset="0"/>
              <a:buChar char="•"/>
            </a:pPr>
            <a:r>
              <a:rPr lang="en-US" sz="2200" dirty="0">
                <a:latin typeface="Times New Roman" pitchFamily="18" charset="0"/>
                <a:cs typeface="Times New Roman" pitchFamily="18" charset="0"/>
              </a:rPr>
              <a:t>Understanding network concepts is crucial for IT roles.</a:t>
            </a:r>
          </a:p>
          <a:p>
            <a:pPr marL="285750" indent="-285750" algn="just">
              <a:buFont typeface="Arial" panose="020B0604020202020204" pitchFamily="34" charset="0"/>
              <a:buChar char="•"/>
            </a:pPr>
            <a:r>
              <a:rPr lang="en-US" sz="2200" dirty="0">
                <a:latin typeface="Times New Roman" pitchFamily="18" charset="0"/>
                <a:cs typeface="Times New Roman" pitchFamily="18" charset="0"/>
              </a:rPr>
              <a:t>Networking knowledge integrates with other IT disciplines (e.g., cybersecurity, cloud computing)</a:t>
            </a:r>
          </a:p>
          <a:p>
            <a:pPr marL="285750" indent="-285750" algn="just">
              <a:buFont typeface="Arial" panose="020B0604020202020204" pitchFamily="34" charset="0"/>
              <a:buChar char="•"/>
            </a:pPr>
            <a:r>
              <a:rPr lang="en-US" sz="2200" dirty="0">
                <a:latin typeface="Times New Roman" pitchFamily="18" charset="0"/>
                <a:cs typeface="Times New Roman" pitchFamily="18" charset="0"/>
              </a:rPr>
              <a:t>Develops critical thinking through diagnosing and resolving network issues.</a:t>
            </a:r>
          </a:p>
          <a:p>
            <a:pPr marL="285750" indent="-285750" algn="just">
              <a:buFont typeface="Arial" panose="020B0604020202020204" pitchFamily="34" charset="0"/>
              <a:buChar char="•"/>
            </a:pPr>
            <a:r>
              <a:rPr lang="en-US" sz="2200" dirty="0">
                <a:latin typeface="Times New Roman" pitchFamily="18" charset="0"/>
                <a:cs typeface="Times New Roman" pitchFamily="18" charset="0"/>
              </a:rPr>
              <a:t>Ability to implement robust security protocols and safeguard data.</a:t>
            </a:r>
          </a:p>
          <a:p>
            <a:pPr marL="285750" indent="-285750" algn="just">
              <a:buFont typeface="Arial" panose="020B0604020202020204" pitchFamily="34" charset="0"/>
              <a:buChar char="•"/>
            </a:pPr>
            <a:r>
              <a:rPr lang="en-US" sz="2200" dirty="0">
                <a:latin typeface="Times New Roman" pitchFamily="18" charset="0"/>
                <a:cs typeface="Times New Roman" pitchFamily="18" charset="0"/>
              </a:rPr>
              <a:t>Knowledge of network vulnerabilities and security practices.</a:t>
            </a:r>
          </a:p>
          <a:p>
            <a:pPr marL="285750" indent="-285750" algn="just">
              <a:buFont typeface="Arial" panose="020B0604020202020204" pitchFamily="34" charset="0"/>
              <a:buChar char="•"/>
            </a:pPr>
            <a:r>
              <a:rPr lang="en-US" sz="2200" dirty="0">
                <a:latin typeface="Times New Roman" pitchFamily="18" charset="0"/>
                <a:cs typeface="Times New Roman" pitchFamily="18" charset="0"/>
              </a:rPr>
              <a:t>Emphasize the value of pursuing knowledge in computer networks for personal and professional growth.</a:t>
            </a:r>
          </a:p>
        </p:txBody>
      </p:sp>
    </p:spTree>
    <p:extLst>
      <p:ext uri="{BB962C8B-B14F-4D97-AF65-F5344CB8AC3E}">
        <p14:creationId xmlns:p14="http://schemas.microsoft.com/office/powerpoint/2010/main" val="36389594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154C1D-1003-47E3-9F87-5F0439622BA0}"/>
              </a:ext>
            </a:extLst>
          </p:cNvPr>
          <p:cNvSpPr>
            <a:spLocks noGrp="1"/>
          </p:cNvSpPr>
          <p:nvPr>
            <p:ph type="title"/>
          </p:nvPr>
        </p:nvSpPr>
        <p:spPr>
          <a:xfrm>
            <a:off x="688644" y="258902"/>
            <a:ext cx="7157110" cy="584775"/>
          </a:xfrm>
        </p:spPr>
        <p:txBody>
          <a:bodyPr/>
          <a:lstStyle/>
          <a:p>
            <a:pPr algn="ctr"/>
            <a:r>
              <a:rPr lang="en-IN" sz="3800" b="1" spc="-25" dirty="0">
                <a:latin typeface="Times New Roman" pitchFamily="18" charset="0"/>
                <a:cs typeface="Times New Roman" pitchFamily="18" charset="0"/>
              </a:rPr>
              <a:t>MOOCs/Certifications</a:t>
            </a:r>
            <a:endParaRPr lang="en-IN" sz="3800" b="1" dirty="0">
              <a:latin typeface="Times New Roman" pitchFamily="18" charset="0"/>
              <a:cs typeface="Times New Roman" pitchFamily="18" charset="0"/>
            </a:endParaRPr>
          </a:p>
        </p:txBody>
      </p:sp>
      <p:graphicFrame>
        <p:nvGraphicFramePr>
          <p:cNvPr id="5" name="Table 4">
            <a:extLst>
              <a:ext uri="{FF2B5EF4-FFF2-40B4-BE49-F238E27FC236}">
                <a16:creationId xmlns="" xmlns:a16="http://schemas.microsoft.com/office/drawing/2014/main" id="{D1437BEA-470E-4CE8-9F42-C7ECF2013CB1}"/>
              </a:ext>
            </a:extLst>
          </p:cNvPr>
          <p:cNvGraphicFramePr>
            <a:graphicFrameLocks noGrp="1"/>
          </p:cNvGraphicFramePr>
          <p:nvPr>
            <p:extLst>
              <p:ext uri="{D42A27DB-BD31-4B8C-83A1-F6EECF244321}">
                <p14:modId xmlns:p14="http://schemas.microsoft.com/office/powerpoint/2010/main" val="1668771353"/>
              </p:ext>
            </p:extLst>
          </p:nvPr>
        </p:nvGraphicFramePr>
        <p:xfrm>
          <a:off x="498145" y="1143000"/>
          <a:ext cx="8147709" cy="4114800"/>
        </p:xfrm>
        <a:graphic>
          <a:graphicData uri="http://schemas.openxmlformats.org/drawingml/2006/table">
            <a:tbl>
              <a:tblPr firstRow="1" bandRow="1">
                <a:tableStyleId>{5C22544A-7EE6-4342-B048-85BDC9FD1C3A}</a:tableStyleId>
              </a:tblPr>
              <a:tblGrid>
                <a:gridCol w="2715903">
                  <a:extLst>
                    <a:ext uri="{9D8B030D-6E8A-4147-A177-3AD203B41FA5}">
                      <a16:colId xmlns="" xmlns:a16="http://schemas.microsoft.com/office/drawing/2014/main" val="1711154949"/>
                    </a:ext>
                  </a:extLst>
                </a:gridCol>
                <a:gridCol w="2715903">
                  <a:extLst>
                    <a:ext uri="{9D8B030D-6E8A-4147-A177-3AD203B41FA5}">
                      <a16:colId xmlns="" xmlns:a16="http://schemas.microsoft.com/office/drawing/2014/main" val="3048309592"/>
                    </a:ext>
                  </a:extLst>
                </a:gridCol>
                <a:gridCol w="2715903">
                  <a:extLst>
                    <a:ext uri="{9D8B030D-6E8A-4147-A177-3AD203B41FA5}">
                      <a16:colId xmlns="" xmlns:a16="http://schemas.microsoft.com/office/drawing/2014/main" val="3509006121"/>
                    </a:ext>
                  </a:extLst>
                </a:gridCol>
              </a:tblGrid>
              <a:tr h="79375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latin typeface="Times New Roman" pitchFamily="18" charset="0"/>
                          <a:cs typeface="Times New Roman" pitchFamily="18" charset="0"/>
                        </a:rPr>
                        <a:t>Name of Mapped MOOC/Certification/Hackathon</a:t>
                      </a:r>
                    </a:p>
                    <a:p>
                      <a:endParaRPr lang="en-IN"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latin typeface="Arial"/>
                        </a:rPr>
                        <a:t>Weblink</a:t>
                      </a:r>
                    </a:p>
                    <a:p>
                      <a:endParaRPr lang="en-IN"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latin typeface="Arial"/>
                        </a:rPr>
                        <a:t>Benefit Count</a:t>
                      </a:r>
                    </a:p>
                    <a:p>
                      <a:endParaRPr lang="en-IN" dirty="0"/>
                    </a:p>
                  </a:txBody>
                  <a:tcPr/>
                </a:tc>
                <a:extLst>
                  <a:ext uri="{0D108BD9-81ED-4DB2-BD59-A6C34878D82A}">
                    <a16:rowId xmlns="" xmlns:a16="http://schemas.microsoft.com/office/drawing/2014/main" val="2958323803"/>
                  </a:ext>
                </a:extLst>
              </a:tr>
              <a:tr h="79375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latin typeface="Times New Roman" pitchFamily="18" charset="0"/>
                          <a:cs typeface="Times New Roman" pitchFamily="18" charset="0"/>
                        </a:rPr>
                        <a:t>CCNA (Cisco Certified Network Associate)</a:t>
                      </a:r>
                    </a:p>
                    <a:p>
                      <a:endParaRPr lang="en-IN" dirty="0">
                        <a:latin typeface="Times New Roman" pitchFamily="18" charset="0"/>
                        <a:cs typeface="Times New Roman"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i="0" u="sng" strike="noStrike" dirty="0">
                          <a:solidFill>
                            <a:srgbClr val="0000FF"/>
                          </a:solidFill>
                          <a:latin typeface="Times New Roman" pitchFamily="18" charset="0"/>
                          <a:cs typeface="Times New Roman" pitchFamily="18" charset="0"/>
                          <a:hlinkClick r:id="rId2"/>
                        </a:rPr>
                        <a:t>https://www.cisco.com/c/en/us/training-events/training-certifications/certifications/associate/ccna.html#~exam-training</a:t>
                      </a:r>
                      <a:endParaRPr lang="en-US" sz="1800" b="0" i="0" u="sng" strike="noStrike" dirty="0">
                        <a:solidFill>
                          <a:srgbClr val="0000FF"/>
                        </a:solidFill>
                        <a:latin typeface="Times New Roman" pitchFamily="18" charset="0"/>
                        <a:cs typeface="Times New Roman" pitchFamily="18" charset="0"/>
                      </a:endParaRPr>
                    </a:p>
                    <a:p>
                      <a:endParaRPr lang="en-IN" dirty="0">
                        <a:latin typeface="Times New Roman" pitchFamily="18" charset="0"/>
                        <a:cs typeface="Times New Roman"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CA+MTT+ETE</a:t>
                      </a:r>
                    </a:p>
                    <a:p>
                      <a:endParaRPr lang="en-IN" dirty="0">
                        <a:latin typeface="Times New Roman" pitchFamily="18" charset="0"/>
                        <a:cs typeface="Times New Roman" pitchFamily="18" charset="0"/>
                      </a:endParaRPr>
                    </a:p>
                  </a:txBody>
                  <a:tcPr/>
                </a:tc>
                <a:extLst>
                  <a:ext uri="{0D108BD9-81ED-4DB2-BD59-A6C34878D82A}">
                    <a16:rowId xmlns="" xmlns:a16="http://schemas.microsoft.com/office/drawing/2014/main" val="3209015780"/>
                  </a:ext>
                </a:extLst>
              </a:tr>
              <a:tr h="79375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latin typeface="Times New Roman" pitchFamily="18" charset="0"/>
                          <a:cs typeface="Times New Roman" pitchFamily="18" charset="0"/>
                        </a:rPr>
                        <a:t>CompTIA Network+</a:t>
                      </a:r>
                    </a:p>
                    <a:p>
                      <a:endParaRPr lang="en-IN" dirty="0">
                        <a:latin typeface="Times New Roman" pitchFamily="18" charset="0"/>
                        <a:cs typeface="Times New Roman"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i="0" u="sng" strike="noStrike" dirty="0">
                          <a:solidFill>
                            <a:srgbClr val="0563C1"/>
                          </a:solidFill>
                          <a:latin typeface="Times New Roman" pitchFamily="18" charset="0"/>
                          <a:cs typeface="Times New Roman" pitchFamily="18" charset="0"/>
                          <a:hlinkClick r:id="rId3"/>
                        </a:rPr>
                        <a:t>https://www.comptia.org/certifications/network</a:t>
                      </a:r>
                      <a:endParaRPr lang="en-US" sz="1800" b="0" i="0" u="sng" strike="noStrike" dirty="0">
                        <a:solidFill>
                          <a:srgbClr val="0563C1"/>
                        </a:solidFill>
                        <a:latin typeface="Times New Roman" pitchFamily="18" charset="0"/>
                        <a:cs typeface="Times New Roman" pitchFamily="18" charset="0"/>
                      </a:endParaRPr>
                    </a:p>
                    <a:p>
                      <a:endParaRPr lang="en-IN" dirty="0">
                        <a:latin typeface="Times New Roman" pitchFamily="18" charset="0"/>
                        <a:cs typeface="Times New Roman"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CA+MTT+ETE</a:t>
                      </a:r>
                    </a:p>
                    <a:p>
                      <a:endParaRPr lang="en-IN" dirty="0">
                        <a:latin typeface="Times New Roman" pitchFamily="18" charset="0"/>
                        <a:cs typeface="Times New Roman" pitchFamily="18" charset="0"/>
                      </a:endParaRPr>
                    </a:p>
                  </a:txBody>
                  <a:tcPr/>
                </a:tc>
                <a:extLst>
                  <a:ext uri="{0D108BD9-81ED-4DB2-BD59-A6C34878D82A}">
                    <a16:rowId xmlns="" xmlns:a16="http://schemas.microsoft.com/office/drawing/2014/main" val="182844982"/>
                  </a:ext>
                </a:extLst>
              </a:tr>
            </a:tbl>
          </a:graphicData>
        </a:graphic>
      </p:graphicFrame>
      <p:pic>
        <p:nvPicPr>
          <p:cNvPr id="3" name="object 5">
            <a:extLst>
              <a:ext uri="{FF2B5EF4-FFF2-40B4-BE49-F238E27FC236}">
                <a16:creationId xmlns="" xmlns:a16="http://schemas.microsoft.com/office/drawing/2014/main" id="{DE481B05-524E-F8F9-3C60-7125910C9E18}"/>
              </a:ext>
            </a:extLst>
          </p:cNvPr>
          <p:cNvPicPr/>
          <p:nvPr/>
        </p:nvPicPr>
        <p:blipFill>
          <a:blip r:embed="rId4" cstate="print"/>
          <a:stretch>
            <a:fillRect/>
          </a:stretch>
        </p:blipFill>
        <p:spPr>
          <a:xfrm>
            <a:off x="7391400" y="85343"/>
            <a:ext cx="1676400" cy="679703"/>
          </a:xfrm>
          <a:prstGeom prst="rect">
            <a:avLst/>
          </a:prstGeom>
        </p:spPr>
      </p:pic>
    </p:spTree>
    <p:extLst>
      <p:ext uri="{BB962C8B-B14F-4D97-AF65-F5344CB8AC3E}">
        <p14:creationId xmlns:p14="http://schemas.microsoft.com/office/powerpoint/2010/main" val="20625536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241B3B-56AB-566A-0553-14AF1DA036EF}"/>
              </a:ext>
            </a:extLst>
          </p:cNvPr>
          <p:cNvSpPr>
            <a:spLocks noGrp="1"/>
          </p:cNvSpPr>
          <p:nvPr>
            <p:ph type="title"/>
          </p:nvPr>
        </p:nvSpPr>
        <p:spPr>
          <a:xfrm>
            <a:off x="420522" y="685477"/>
            <a:ext cx="8302956" cy="1265097"/>
          </a:xfrm>
        </p:spPr>
        <p:txBody>
          <a:bodyPr/>
          <a:lstStyle/>
          <a:p>
            <a:r>
              <a:rPr lang="en-US" altLang="en-US" sz="4000" b="1" dirty="0">
                <a:solidFill>
                  <a:srgbClr val="C00000"/>
                </a:solidFill>
                <a:latin typeface="Times New Roman" panose="02020603050405020304" pitchFamily="18" charset="0"/>
                <a:cs typeface="Times New Roman" panose="02020603050405020304" pitchFamily="18" charset="0"/>
              </a:rPr>
              <a:t>OPEN EDUCATIONAL RESOURCE</a:t>
            </a:r>
            <a:endParaRPr lang="en-US" dirty="0"/>
          </a:p>
        </p:txBody>
      </p:sp>
      <p:sp>
        <p:nvSpPr>
          <p:cNvPr id="3" name="Text Placeholder 2">
            <a:extLst>
              <a:ext uri="{FF2B5EF4-FFF2-40B4-BE49-F238E27FC236}">
                <a16:creationId xmlns="" xmlns:a16="http://schemas.microsoft.com/office/drawing/2014/main" id="{4C7AFA65-6FF6-9F93-3CAD-492B4307EA43}"/>
              </a:ext>
            </a:extLst>
          </p:cNvPr>
          <p:cNvSpPr>
            <a:spLocks noGrp="1"/>
          </p:cNvSpPr>
          <p:nvPr>
            <p:ph type="body" idx="1"/>
          </p:nvPr>
        </p:nvSpPr>
        <p:spPr>
          <a:xfrm>
            <a:off x="533400" y="1828800"/>
            <a:ext cx="8001000" cy="4114800"/>
          </a:xfrm>
        </p:spPr>
        <p:txBody>
          <a:bodyPr/>
          <a:lstStyle/>
          <a:p>
            <a:endParaRPr lang="en-US" dirty="0"/>
          </a:p>
        </p:txBody>
      </p:sp>
      <p:graphicFrame>
        <p:nvGraphicFramePr>
          <p:cNvPr id="4" name="Table 3">
            <a:extLst>
              <a:ext uri="{FF2B5EF4-FFF2-40B4-BE49-F238E27FC236}">
                <a16:creationId xmlns="" xmlns:a16="http://schemas.microsoft.com/office/drawing/2014/main" id="{1BB46B9B-2135-D66C-1C6E-90A021DD95A5}"/>
              </a:ext>
            </a:extLst>
          </p:cNvPr>
          <p:cNvGraphicFramePr>
            <a:graphicFrameLocks noGrp="1"/>
          </p:cNvGraphicFramePr>
          <p:nvPr>
            <p:extLst>
              <p:ext uri="{D42A27DB-BD31-4B8C-83A1-F6EECF244321}">
                <p14:modId xmlns:p14="http://schemas.microsoft.com/office/powerpoint/2010/main" val="629363953"/>
              </p:ext>
            </p:extLst>
          </p:nvPr>
        </p:nvGraphicFramePr>
        <p:xfrm>
          <a:off x="533400" y="1397001"/>
          <a:ext cx="8001000" cy="4928672"/>
        </p:xfrm>
        <a:graphic>
          <a:graphicData uri="http://schemas.openxmlformats.org/drawingml/2006/table">
            <a:tbl>
              <a:tblPr firstRow="1" bandRow="1">
                <a:tableStyleId>{5C22544A-7EE6-4342-B048-85BDC9FD1C3A}</a:tableStyleId>
              </a:tblPr>
              <a:tblGrid>
                <a:gridCol w="4000500">
                  <a:extLst>
                    <a:ext uri="{9D8B030D-6E8A-4147-A177-3AD203B41FA5}">
                      <a16:colId xmlns="" xmlns:a16="http://schemas.microsoft.com/office/drawing/2014/main" val="4143363716"/>
                    </a:ext>
                  </a:extLst>
                </a:gridCol>
                <a:gridCol w="4000500">
                  <a:extLst>
                    <a:ext uri="{9D8B030D-6E8A-4147-A177-3AD203B41FA5}">
                      <a16:colId xmlns="" xmlns:a16="http://schemas.microsoft.com/office/drawing/2014/main" val="1075632182"/>
                    </a:ext>
                  </a:extLst>
                </a:gridCol>
              </a:tblGrid>
              <a:tr h="630992">
                <a:tc>
                  <a:txBody>
                    <a:bodyPr/>
                    <a:lstStyle/>
                    <a:p>
                      <a:pPr algn="just"/>
                      <a:r>
                        <a:rPr lang="en-US" dirty="0">
                          <a:latin typeface="Times New Roman" pitchFamily="18" charset="0"/>
                          <a:cs typeface="Times New Roman" pitchFamily="18" charset="0"/>
                        </a:rPr>
                        <a:t>Topics</a:t>
                      </a:r>
                    </a:p>
                  </a:txBody>
                  <a:tcPr/>
                </a:tc>
                <a:tc>
                  <a:txBody>
                    <a:bodyPr/>
                    <a:lstStyle/>
                    <a:p>
                      <a:pPr algn="just"/>
                      <a:r>
                        <a:rPr lang="en-US" dirty="0">
                          <a:latin typeface="Times New Roman" pitchFamily="18" charset="0"/>
                          <a:cs typeface="Times New Roman" pitchFamily="18" charset="0"/>
                        </a:rPr>
                        <a:t>Links</a:t>
                      </a:r>
                    </a:p>
                  </a:txBody>
                  <a:tcPr/>
                </a:tc>
                <a:extLst>
                  <a:ext uri="{0D108BD9-81ED-4DB2-BD59-A6C34878D82A}">
                    <a16:rowId xmlns="" xmlns:a16="http://schemas.microsoft.com/office/drawing/2014/main" val="3879978148"/>
                  </a:ext>
                </a:extLst>
              </a:tr>
              <a:tr h="715207">
                <a:tc>
                  <a:txBody>
                    <a:bodyPr/>
                    <a:lstStyle/>
                    <a:p>
                      <a:pPr algn="just"/>
                      <a:r>
                        <a:rPr lang="en-US" b="1" dirty="0">
                          <a:latin typeface="Times New Roman" pitchFamily="18" charset="0"/>
                          <a:cs typeface="Times New Roman" pitchFamily="18" charset="0"/>
                        </a:rPr>
                        <a:t>Networks and Types, Network software architecture and its layers and protocols </a:t>
                      </a:r>
                      <a:endParaRPr lang="en-US"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2"/>
                        </a:rPr>
                        <a:t>SMB_University_120307_Networking_Fundamentals.pdf (cisco.com)</a:t>
                      </a:r>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2326960374"/>
                  </a:ext>
                </a:extLst>
              </a:tr>
              <a:tr h="630992">
                <a:tc>
                  <a:txBody>
                    <a:bodyPr/>
                    <a:lstStyle/>
                    <a:p>
                      <a:pPr algn="just"/>
                      <a:r>
                        <a:rPr lang="en-US" b="1" dirty="0">
                          <a:latin typeface="Times New Roman" pitchFamily="18" charset="0"/>
                          <a:cs typeface="Times New Roman" pitchFamily="18" charset="0"/>
                        </a:rPr>
                        <a:t>Uses of Computer Networks, Network hardware architecture and its topologies and device like HUB</a:t>
                      </a:r>
                      <a:endParaRPr lang="en-US" dirty="0">
                        <a:latin typeface="Times New Roman" pitchFamily="18" charset="0"/>
                        <a:cs typeface="Times New Roman"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u="sng" dirty="0">
                          <a:latin typeface="Times New Roman" pitchFamily="18" charset="0"/>
                          <a:cs typeface="Times New Roman" pitchFamily="18" charset="0"/>
                          <a:hlinkClick r:id="rId3"/>
                        </a:rPr>
                        <a:t>https://www.cisco.com/c/en/us/solutions/enterprise-networks/what-is-computer-networking.html</a:t>
                      </a:r>
                      <a:endParaRPr lang="en-IN"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2006113234"/>
                  </a:ext>
                </a:extLst>
              </a:tr>
              <a:tr h="630992">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dirty="0">
                          <a:latin typeface="Times New Roman" pitchFamily="18" charset="0"/>
                          <a:cs typeface="Times New Roman" pitchFamily="18" charset="0"/>
                        </a:rPr>
                        <a:t>Physical layer: Signal and media, Modulation &amp; Multiplexing</a:t>
                      </a:r>
                      <a:endParaRPr lang="en-IN"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4"/>
                        </a:rPr>
                        <a:t>Computer Network - Data and Signals in Physical layer (beginnersbook.com)</a:t>
                      </a:r>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680273493"/>
                  </a:ext>
                </a:extLst>
              </a:tr>
              <a:tr h="630992">
                <a:tc>
                  <a:txBody>
                    <a:bodyPr/>
                    <a:lstStyle/>
                    <a:p>
                      <a:pPr algn="just"/>
                      <a:r>
                        <a:rPr lang="en-US" b="1" dirty="0">
                          <a:latin typeface="Times New Roman" pitchFamily="18" charset="0"/>
                          <a:cs typeface="Times New Roman" pitchFamily="18" charset="0"/>
                        </a:rPr>
                        <a:t>Analog Transmission</a:t>
                      </a:r>
                      <a:endParaRPr lang="en-US"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5"/>
                        </a:rPr>
                        <a:t>Analog Transmission (tutorialspoint.com)</a:t>
                      </a:r>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3989916453"/>
                  </a:ext>
                </a:extLst>
              </a:tr>
              <a:tr h="630992">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dirty="0">
                          <a:latin typeface="Times New Roman" pitchFamily="18" charset="0"/>
                          <a:cs typeface="Times New Roman" pitchFamily="18" charset="0"/>
                        </a:rPr>
                        <a:t>Digital Transmission</a:t>
                      </a:r>
                    </a:p>
                    <a:p>
                      <a:pPr algn="just"/>
                      <a:endParaRPr lang="en-US" dirty="0">
                        <a:latin typeface="Times New Roman" pitchFamily="18" charset="0"/>
                        <a:cs typeface="Times New Roman"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u="sng" dirty="0">
                          <a:latin typeface="Times New Roman" pitchFamily="18" charset="0"/>
                          <a:cs typeface="Times New Roman" pitchFamily="18" charset="0"/>
                          <a:hlinkClick r:id="rId6"/>
                        </a:rPr>
                        <a:t>Digital Transmission in Computer Network (tutorialspoint.com)</a:t>
                      </a:r>
                      <a:endParaRPr lang="en-IN"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3980935998"/>
                  </a:ext>
                </a:extLst>
              </a:tr>
            </a:tbl>
          </a:graphicData>
        </a:graphic>
      </p:graphicFrame>
      <p:pic>
        <p:nvPicPr>
          <p:cNvPr id="5" name="object 5">
            <a:extLst>
              <a:ext uri="{FF2B5EF4-FFF2-40B4-BE49-F238E27FC236}">
                <a16:creationId xmlns="" xmlns:a16="http://schemas.microsoft.com/office/drawing/2014/main" id="{CEC3E762-B42C-863C-A81E-8D8502102AF5}"/>
              </a:ext>
            </a:extLst>
          </p:cNvPr>
          <p:cNvPicPr/>
          <p:nvPr/>
        </p:nvPicPr>
        <p:blipFill>
          <a:blip r:embed="rId7" cstate="print"/>
          <a:stretch>
            <a:fillRect/>
          </a:stretch>
        </p:blipFill>
        <p:spPr>
          <a:xfrm>
            <a:off x="7391400" y="85343"/>
            <a:ext cx="1676400" cy="679703"/>
          </a:xfrm>
          <a:prstGeom prst="rect">
            <a:avLst/>
          </a:prstGeom>
        </p:spPr>
      </p:pic>
    </p:spTree>
    <p:extLst>
      <p:ext uri="{BB962C8B-B14F-4D97-AF65-F5344CB8AC3E}">
        <p14:creationId xmlns:p14="http://schemas.microsoft.com/office/powerpoint/2010/main" val="17974909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241B3B-56AB-566A-0553-14AF1DA036EF}"/>
              </a:ext>
            </a:extLst>
          </p:cNvPr>
          <p:cNvSpPr>
            <a:spLocks noGrp="1"/>
          </p:cNvSpPr>
          <p:nvPr>
            <p:ph type="title"/>
          </p:nvPr>
        </p:nvSpPr>
        <p:spPr>
          <a:xfrm>
            <a:off x="420522" y="664375"/>
            <a:ext cx="8302956" cy="1265097"/>
          </a:xfrm>
        </p:spPr>
        <p:txBody>
          <a:bodyPr/>
          <a:lstStyle/>
          <a:p>
            <a:r>
              <a:rPr lang="en-US" altLang="en-US" sz="4000" b="1" dirty="0">
                <a:solidFill>
                  <a:srgbClr val="C00000"/>
                </a:solidFill>
                <a:latin typeface="Times New Roman" panose="02020603050405020304" pitchFamily="18" charset="0"/>
                <a:cs typeface="Times New Roman" panose="02020603050405020304" pitchFamily="18" charset="0"/>
              </a:rPr>
              <a:t>OPEN EDUCATIONAL RESOURCE</a:t>
            </a:r>
            <a:endParaRPr lang="en-US" dirty="0"/>
          </a:p>
        </p:txBody>
      </p:sp>
      <p:sp>
        <p:nvSpPr>
          <p:cNvPr id="3" name="Text Placeholder 2">
            <a:extLst>
              <a:ext uri="{FF2B5EF4-FFF2-40B4-BE49-F238E27FC236}">
                <a16:creationId xmlns="" xmlns:a16="http://schemas.microsoft.com/office/drawing/2014/main" id="{4C7AFA65-6FF6-9F93-3CAD-492B4307EA43}"/>
              </a:ext>
            </a:extLst>
          </p:cNvPr>
          <p:cNvSpPr>
            <a:spLocks noGrp="1"/>
          </p:cNvSpPr>
          <p:nvPr>
            <p:ph type="body" idx="1"/>
          </p:nvPr>
        </p:nvSpPr>
        <p:spPr>
          <a:xfrm>
            <a:off x="533400" y="1828800"/>
            <a:ext cx="8001000" cy="4114800"/>
          </a:xfrm>
        </p:spPr>
        <p:txBody>
          <a:bodyPr/>
          <a:lstStyle/>
          <a:p>
            <a:endParaRPr lang="en-US" dirty="0"/>
          </a:p>
        </p:txBody>
      </p:sp>
      <p:graphicFrame>
        <p:nvGraphicFramePr>
          <p:cNvPr id="4" name="Table 3">
            <a:extLst>
              <a:ext uri="{FF2B5EF4-FFF2-40B4-BE49-F238E27FC236}">
                <a16:creationId xmlns="" xmlns:a16="http://schemas.microsoft.com/office/drawing/2014/main" id="{1BB46B9B-2135-D66C-1C6E-90A021DD95A5}"/>
              </a:ext>
            </a:extLst>
          </p:cNvPr>
          <p:cNvGraphicFramePr>
            <a:graphicFrameLocks noGrp="1"/>
          </p:cNvGraphicFramePr>
          <p:nvPr>
            <p:extLst>
              <p:ext uri="{D42A27DB-BD31-4B8C-83A1-F6EECF244321}">
                <p14:modId xmlns:p14="http://schemas.microsoft.com/office/powerpoint/2010/main" val="1534310296"/>
              </p:ext>
            </p:extLst>
          </p:nvPr>
        </p:nvGraphicFramePr>
        <p:xfrm>
          <a:off x="533400" y="1397001"/>
          <a:ext cx="8001000" cy="4562912"/>
        </p:xfrm>
        <a:graphic>
          <a:graphicData uri="http://schemas.openxmlformats.org/drawingml/2006/table">
            <a:tbl>
              <a:tblPr firstRow="1" bandRow="1">
                <a:tableStyleId>{5C22544A-7EE6-4342-B048-85BDC9FD1C3A}</a:tableStyleId>
              </a:tblPr>
              <a:tblGrid>
                <a:gridCol w="4000500">
                  <a:extLst>
                    <a:ext uri="{9D8B030D-6E8A-4147-A177-3AD203B41FA5}">
                      <a16:colId xmlns="" xmlns:a16="http://schemas.microsoft.com/office/drawing/2014/main" val="4143363716"/>
                    </a:ext>
                  </a:extLst>
                </a:gridCol>
                <a:gridCol w="4000500">
                  <a:extLst>
                    <a:ext uri="{9D8B030D-6E8A-4147-A177-3AD203B41FA5}">
                      <a16:colId xmlns="" xmlns:a16="http://schemas.microsoft.com/office/drawing/2014/main" val="1075632182"/>
                    </a:ext>
                  </a:extLst>
                </a:gridCol>
              </a:tblGrid>
              <a:tr h="630992">
                <a:tc>
                  <a:txBody>
                    <a:bodyPr/>
                    <a:lstStyle/>
                    <a:p>
                      <a:pPr algn="just"/>
                      <a:r>
                        <a:rPr lang="en-US" dirty="0">
                          <a:latin typeface="Times New Roman" pitchFamily="18" charset="0"/>
                          <a:cs typeface="Times New Roman" pitchFamily="18" charset="0"/>
                        </a:rPr>
                        <a:t>Topics</a:t>
                      </a:r>
                    </a:p>
                  </a:txBody>
                  <a:tcPr/>
                </a:tc>
                <a:tc>
                  <a:txBody>
                    <a:bodyPr/>
                    <a:lstStyle/>
                    <a:p>
                      <a:pPr algn="just"/>
                      <a:r>
                        <a:rPr lang="en-US" dirty="0">
                          <a:latin typeface="Times New Roman" pitchFamily="18" charset="0"/>
                          <a:cs typeface="Times New Roman" pitchFamily="18" charset="0"/>
                        </a:rPr>
                        <a:t>Links</a:t>
                      </a:r>
                    </a:p>
                  </a:txBody>
                  <a:tcPr/>
                </a:tc>
                <a:extLst>
                  <a:ext uri="{0D108BD9-81ED-4DB2-BD59-A6C34878D82A}">
                    <a16:rowId xmlns="" xmlns:a16="http://schemas.microsoft.com/office/drawing/2014/main" val="3879978148"/>
                  </a:ext>
                </a:extLst>
              </a:tr>
              <a:tr h="715207">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dirty="0">
                          <a:latin typeface="Times New Roman" pitchFamily="18" charset="0"/>
                          <a:cs typeface="Times New Roman" pitchFamily="18" charset="0"/>
                        </a:rPr>
                        <a:t>Data link layer, Mac sublayer </a:t>
                      </a:r>
                      <a:endParaRPr lang="en-US"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2"/>
                        </a:rPr>
                        <a:t>Data Link Layer in OSI Model - Scaler Topics</a:t>
                      </a:r>
                      <a:endParaRPr lang="en-IN" dirty="0">
                        <a:latin typeface="Times New Roman" pitchFamily="18" charset="0"/>
                        <a:cs typeface="Times New Roman" pitchFamily="18" charset="0"/>
                      </a:endParaRPr>
                    </a:p>
                    <a:p>
                      <a:pPr algn="just"/>
                      <a:r>
                        <a:rPr lang="en-US" u="sng" dirty="0">
                          <a:latin typeface="Times New Roman" pitchFamily="18" charset="0"/>
                          <a:cs typeface="Times New Roman" pitchFamily="18" charset="0"/>
                          <a:hlinkClick r:id="rId3"/>
                        </a:rPr>
                        <a:t>Medium Access Control Sublayer (MAC sublayer) (tutorialspoint.com)</a:t>
                      </a:r>
                      <a:endParaRPr lang="en-US" u="sng" dirty="0">
                        <a:latin typeface="Times New Roman" pitchFamily="18" charset="0"/>
                        <a:cs typeface="Times New Roman" pitchFamily="18" charset="0"/>
                      </a:endParaRPr>
                    </a:p>
                  </a:txBody>
                  <a:tcPr/>
                </a:tc>
                <a:extLst>
                  <a:ext uri="{0D108BD9-81ED-4DB2-BD59-A6C34878D82A}">
                    <a16:rowId xmlns="" xmlns:a16="http://schemas.microsoft.com/office/drawing/2014/main" val="2326960374"/>
                  </a:ext>
                </a:extLst>
              </a:tr>
              <a:tr h="630992">
                <a:tc>
                  <a:txBody>
                    <a:bodyPr/>
                    <a:lstStyle/>
                    <a:p>
                      <a:pPr algn="just"/>
                      <a:r>
                        <a:rPr lang="en-US" b="1" dirty="0">
                          <a:latin typeface="Times New Roman" pitchFamily="18" charset="0"/>
                          <a:cs typeface="Times New Roman" pitchFamily="18" charset="0"/>
                        </a:rPr>
                        <a:t>Network layer  Ip addressing</a:t>
                      </a:r>
                      <a:endParaRPr lang="en-US" dirty="0">
                        <a:latin typeface="Times New Roman" pitchFamily="18" charset="0"/>
                        <a:cs typeface="Times New Roman"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u="sng" dirty="0">
                          <a:latin typeface="Times New Roman" pitchFamily="18" charset="0"/>
                          <a:cs typeface="Times New Roman" pitchFamily="18" charset="0"/>
                          <a:hlinkClick r:id="rId4"/>
                        </a:rPr>
                        <a:t>IP Addressing: IPv4 Addressing Configuration Guide, Cisco IOS XE Release 3S - Configuring IPv4 Addresses [Support] - Cisco</a:t>
                      </a:r>
                      <a:endParaRPr lang="en-IN"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2006113234"/>
                  </a:ext>
                </a:extLst>
              </a:tr>
              <a:tr h="630992">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dirty="0">
                          <a:latin typeface="Times New Roman" pitchFamily="18" charset="0"/>
                          <a:cs typeface="Times New Roman" pitchFamily="18" charset="0"/>
                        </a:rPr>
                        <a:t>Network layer: Routing, Congestion control</a:t>
                      </a:r>
                      <a:endParaRPr lang="en-IN"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5"/>
                        </a:rPr>
                        <a:t>Computer Network - Data and Signals in Physical layer (beginnersbook.com)</a:t>
                      </a:r>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680273493"/>
                  </a:ext>
                </a:extLst>
              </a:tr>
              <a:tr h="630992">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b="1" dirty="0">
                          <a:latin typeface="Times New Roman" pitchFamily="18" charset="0"/>
                          <a:cs typeface="Times New Roman" pitchFamily="18" charset="0"/>
                        </a:rPr>
                        <a:t>Transport Layer</a:t>
                      </a:r>
                      <a:r>
                        <a:rPr lang="en-IN" dirty="0">
                          <a:latin typeface="Times New Roman" pitchFamily="18" charset="0"/>
                          <a:cs typeface="Times New Roman" pitchFamily="18" charset="0"/>
                        </a:rPr>
                        <a:t> </a:t>
                      </a:r>
                      <a:r>
                        <a:rPr lang="en-US" b="1" dirty="0">
                          <a:latin typeface="Times New Roman" pitchFamily="18" charset="0"/>
                          <a:cs typeface="Times New Roman" pitchFamily="18" charset="0"/>
                        </a:rPr>
                        <a:t>Application layer</a:t>
                      </a:r>
                    </a:p>
                    <a:p>
                      <a:pPr algn="just"/>
                      <a:endParaRPr lang="en-US" dirty="0">
                        <a:latin typeface="Times New Roman" pitchFamily="18" charset="0"/>
                        <a:cs typeface="Times New Roman" pitchFamily="18" charset="0"/>
                      </a:endParaRPr>
                    </a:p>
                  </a:txBody>
                  <a:tcPr/>
                </a:tc>
                <a:tc>
                  <a:txBody>
                    <a:bodyPr/>
                    <a:lstStyle/>
                    <a:p>
                      <a:pPr algn="just"/>
                      <a:r>
                        <a:rPr lang="en-US" u="sng" dirty="0">
                          <a:latin typeface="Times New Roman" pitchFamily="18" charset="0"/>
                          <a:cs typeface="Times New Roman" pitchFamily="18" charset="0"/>
                          <a:hlinkClick r:id="rId6"/>
                        </a:rPr>
                        <a:t>Transport and Application Layers - OMSCS Notes (omscs-notes.com)</a:t>
                      </a:r>
                      <a:endParaRPr lang="en-US" dirty="0">
                        <a:latin typeface="Times New Roman" pitchFamily="18" charset="0"/>
                        <a:cs typeface="Times New Roman" pitchFamily="18" charset="0"/>
                      </a:endParaRPr>
                    </a:p>
                  </a:txBody>
                  <a:tcPr/>
                </a:tc>
                <a:extLst>
                  <a:ext uri="{0D108BD9-81ED-4DB2-BD59-A6C34878D82A}">
                    <a16:rowId xmlns="" xmlns:a16="http://schemas.microsoft.com/office/drawing/2014/main" val="3989916453"/>
                  </a:ext>
                </a:extLst>
              </a:tr>
            </a:tbl>
          </a:graphicData>
        </a:graphic>
      </p:graphicFrame>
      <p:pic>
        <p:nvPicPr>
          <p:cNvPr id="5" name="object 5">
            <a:extLst>
              <a:ext uri="{FF2B5EF4-FFF2-40B4-BE49-F238E27FC236}">
                <a16:creationId xmlns="" xmlns:a16="http://schemas.microsoft.com/office/drawing/2014/main" id="{49B33646-2FE5-8D8B-DDB9-8569F543136B}"/>
              </a:ext>
            </a:extLst>
          </p:cNvPr>
          <p:cNvPicPr/>
          <p:nvPr/>
        </p:nvPicPr>
        <p:blipFill>
          <a:blip r:embed="rId7" cstate="print"/>
          <a:stretch>
            <a:fillRect/>
          </a:stretch>
        </p:blipFill>
        <p:spPr>
          <a:xfrm>
            <a:off x="7391400" y="85343"/>
            <a:ext cx="1676400" cy="679703"/>
          </a:xfrm>
          <a:prstGeom prst="rect">
            <a:avLst/>
          </a:prstGeom>
        </p:spPr>
      </p:pic>
    </p:spTree>
    <p:extLst>
      <p:ext uri="{BB962C8B-B14F-4D97-AF65-F5344CB8AC3E}">
        <p14:creationId xmlns:p14="http://schemas.microsoft.com/office/powerpoint/2010/main" val="4280050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33400" y="1295400"/>
            <a:ext cx="7933944" cy="4724400"/>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5" dirty="0"/>
              <a:t>7/27</a:t>
            </a:r>
            <a:r>
              <a:rPr spc="-15" dirty="0"/>
              <a:t>/</a:t>
            </a:r>
            <a:r>
              <a:rPr spc="-5" dirty="0"/>
              <a:t>2023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571</TotalTime>
  <Words>1325</Words>
  <Application>Microsoft Office PowerPoint</Application>
  <PresentationFormat>On-screen Show (4:3)</PresentationFormat>
  <Paragraphs>272</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  Course details </vt:lpstr>
      <vt:lpstr>Courses to be Completed on Coursera Platform</vt:lpstr>
      <vt:lpstr>Course Wise Weightage</vt:lpstr>
      <vt:lpstr>Course Assessment Model</vt:lpstr>
      <vt:lpstr>Academic Tasks</vt:lpstr>
      <vt:lpstr>Revised Bloom’s Taxonomy</vt:lpstr>
      <vt:lpstr>PowerPoint Presentation</vt:lpstr>
      <vt:lpstr>Course Outcomes</vt:lpstr>
      <vt:lpstr>Program Outcomes as specific to the particular course</vt:lpstr>
      <vt:lpstr>PowerPoint Presentation</vt:lpstr>
      <vt:lpstr>Why Study ?</vt:lpstr>
      <vt:lpstr>PowerPoint Presentation</vt:lpstr>
      <vt:lpstr>Objective of Computer Networks</vt:lpstr>
      <vt:lpstr>PowerPoint Presentation</vt:lpstr>
      <vt:lpstr>PowerPoint Presentation</vt:lpstr>
      <vt:lpstr>PowerPoint Presentation</vt:lpstr>
      <vt:lpstr>  DATA LINK LAYER </vt:lpstr>
      <vt:lpstr>PowerPoint Presentation</vt:lpstr>
      <vt:lpstr>PowerPoint Presentation</vt:lpstr>
      <vt:lpstr>PowerPoint Presentation</vt:lpstr>
      <vt:lpstr>Types of Network</vt:lpstr>
      <vt:lpstr>Types of Devices</vt:lpstr>
      <vt:lpstr>PowerPoint Presentation</vt:lpstr>
      <vt:lpstr>Challenges</vt:lpstr>
      <vt:lpstr>PowerPoint Presentation</vt:lpstr>
      <vt:lpstr>Limitations to Computer Network</vt:lpstr>
      <vt:lpstr>PowerPoint Presentation</vt:lpstr>
      <vt:lpstr>Benefits of the course</vt:lpstr>
      <vt:lpstr>MOOCs/Certifications</vt:lpstr>
      <vt:lpstr>OPEN EDUCATIONAL RESOURCE</vt:lpstr>
      <vt:lpstr>OPEN EDUCATIONAL RESOURCE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TOSHIBA</cp:lastModifiedBy>
  <cp:revision>33</cp:revision>
  <dcterms:created xsi:type="dcterms:W3CDTF">2024-01-04T04:13:19Z</dcterms:created>
  <dcterms:modified xsi:type="dcterms:W3CDTF">2024-08-03T08:53:48Z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2023-07-27T00:00:00Z</vt:filetime>
  </property>
  <property fmtid="{D5CDD505-2E9C-101B-9397-08002B2CF9AE}" pid="3" name="Creator">
    <vt:lpwstr>Microsoft® PowerPoint® 2016</vt:lpwstr>
  </property>
  <property fmtid="{D5CDD505-2E9C-101B-9397-08002B2CF9AE}" pid="4" name="LastSaved">
    <vt:filetime>2024-01-04T00:00:00Z</vt:filetime>
  </property>
</Properties>
</file>