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0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1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9BC02-D575-4B84-9045-D6819FCFDF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62ABC-BA44-4737-B5CB-3F19B2540E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04801"/>
            <a:ext cx="8305800" cy="838200"/>
          </a:xfrm>
        </p:spPr>
        <p:txBody>
          <a:bodyPr/>
          <a:lstStyle/>
          <a:p>
            <a:r>
              <a:rPr lang="en-US" dirty="0"/>
              <a:t>Networking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143001"/>
            <a:ext cx="8153400" cy="4267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PING</a:t>
            </a:r>
          </a:p>
          <a:p>
            <a:pPr marL="514350" indent="-514350">
              <a:buAutoNum type="arabicPeriod"/>
            </a:pPr>
            <a:r>
              <a:rPr lang="en-US" b="1">
                <a:solidFill>
                  <a:schemeClr val="tx1"/>
                </a:solidFill>
                <a:latin typeface="Book Antiqua" pitchFamily="18" charset="0"/>
              </a:rPr>
              <a:t>TRACERT </a:t>
            </a:r>
            <a:endParaRPr lang="en-US" b="1" dirty="0">
              <a:solidFill>
                <a:schemeClr val="tx1"/>
              </a:solidFill>
              <a:latin typeface="Book Antiqua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3. </a:t>
            </a:r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show </a:t>
            </a:r>
            <a:r>
              <a:rPr lang="en-US" dirty="0" err="1">
                <a:solidFill>
                  <a:schemeClr val="tx1"/>
                </a:solidFill>
                <a:latin typeface="Book Antiqua" pitchFamily="18" charset="0"/>
              </a:rPr>
              <a:t>ip</a:t>
            </a:r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 route  </a:t>
            </a:r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to check the route of router</a:t>
            </a:r>
          </a:p>
          <a:p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4. </a:t>
            </a:r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show mac-address-table    </a:t>
            </a:r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- </a:t>
            </a:r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to check the mac table of switch.</a:t>
            </a:r>
          </a:p>
          <a:p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5. netstat</a:t>
            </a:r>
          </a:p>
          <a:p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6. IPCONFIG</a:t>
            </a:r>
          </a:p>
          <a:p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7. </a:t>
            </a:r>
            <a:r>
              <a:rPr lang="en-US" b="1" dirty="0" err="1">
                <a:solidFill>
                  <a:schemeClr val="tx1"/>
                </a:solidFill>
                <a:latin typeface="Book Antiqua" pitchFamily="18" charset="0"/>
              </a:rPr>
              <a:t>nslookup</a:t>
            </a:r>
            <a:endParaRPr lang="en-US" b="1" dirty="0">
              <a:solidFill>
                <a:schemeClr val="tx1"/>
              </a:solidFill>
              <a:latin typeface="Book Antiqua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Book Antiqua" pitchFamily="18" charset="0"/>
              </a:rPr>
              <a:t>8.ARP</a:t>
            </a:r>
          </a:p>
          <a:p>
            <a:endParaRPr lang="en-US" b="1" dirty="0">
              <a:solidFill>
                <a:schemeClr val="tx1"/>
              </a:solidFill>
              <a:latin typeface="Book Antiqua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Book Antiqua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PING IS :  </a:t>
            </a:r>
            <a:r>
              <a:rPr lang="en-US" b="1" dirty="0"/>
              <a:t>Packet Internet or Inter-Network Groper</a:t>
            </a:r>
            <a:r>
              <a:rPr lang="en-US" dirty="0"/>
              <a:t> is a basic Internet program that allows a user to test and verify if a particular destination IP address exists and can accept requests in computer network administration.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Internet Control Message Protocol (ICMP) is probably most well known as the message protocol used for the </a:t>
            </a:r>
            <a:r>
              <a:rPr lang="en-US" b="1" dirty="0"/>
              <a:t>ping</a:t>
            </a:r>
            <a:r>
              <a:rPr lang="en-US" dirty="0"/>
              <a:t> command. A ping command sends an ICMP echo request to the target host. The target host responds with an echo reply. 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400" b="1" dirty="0"/>
              <a:t>C:\&gt;ping 192.168.25.98</a:t>
            </a:r>
          </a:p>
          <a:p>
            <a:pPr>
              <a:spcBef>
                <a:spcPts val="0"/>
              </a:spcBef>
              <a:buNone/>
            </a:pP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Pinging 192.168.25.98 with 32 bytes of data:</a:t>
            </a:r>
          </a:p>
          <a:p>
            <a:pPr>
              <a:spcBef>
                <a:spcPts val="0"/>
              </a:spcBef>
              <a:buNone/>
            </a:pP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Request timed out.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Request timed out.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Request timed out.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Request timed out.</a:t>
            </a:r>
          </a:p>
          <a:p>
            <a:pPr>
              <a:spcBef>
                <a:spcPts val="0"/>
              </a:spcBef>
            </a:pP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Ping statistics for 192.168.25.98: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Packets: Sent = 4, Received = 0, Lost = 4 (100% loss),</a:t>
            </a:r>
          </a:p>
          <a:p>
            <a:pPr>
              <a:spcBef>
                <a:spcPts val="0"/>
              </a:spcBef>
            </a:pP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C:\&gt;ping 192.168.25.98</a:t>
            </a:r>
          </a:p>
          <a:p>
            <a:pPr>
              <a:spcBef>
                <a:spcPts val="0"/>
              </a:spcBef>
            </a:pP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Pinging 192.168.25.98 with 32 bytes of data:</a:t>
            </a:r>
          </a:p>
          <a:p>
            <a:pPr>
              <a:spcBef>
                <a:spcPts val="0"/>
              </a:spcBef>
            </a:pP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Reply from 192.168.25.98: bytes=32 time=35ms TTL=125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Reply from 192.168.25.98: bytes=32 time=13ms TTL=125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Reply from 192.168.25.98: bytes=32 time=20ms TTL=125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Reply from 192.168.25.98: bytes=32 time=5ms TTL=125</a:t>
            </a:r>
          </a:p>
          <a:p>
            <a:pPr>
              <a:spcBef>
                <a:spcPts val="0"/>
              </a:spcBef>
              <a:buNone/>
            </a:pPr>
            <a:br>
              <a:rPr lang="en-US" sz="1400" b="1" dirty="0"/>
            </a:br>
            <a:endParaRPr lang="en-US" sz="1400" b="1" dirty="0"/>
          </a:p>
          <a:p>
            <a:pPr>
              <a:spcBef>
                <a:spcPts val="0"/>
              </a:spcBef>
            </a:pPr>
            <a:r>
              <a:rPr lang="en-US" sz="1400" b="1" dirty="0"/>
              <a:t>Ping statistics for 192.168.25.98: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Packets: Sent = 4, Received = 4, Lost = 0 (0% loss),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Approximate round trip times in </a:t>
            </a:r>
            <a:r>
              <a:rPr lang="en-US" sz="1400" b="1" dirty="0" err="1"/>
              <a:t>milli</a:t>
            </a:r>
            <a:r>
              <a:rPr lang="en-US" sz="1400" b="1" dirty="0"/>
              <a:t>-seconds:</a:t>
            </a:r>
          </a:p>
          <a:p>
            <a:pPr>
              <a:spcBef>
                <a:spcPts val="0"/>
              </a:spcBef>
            </a:pPr>
            <a:r>
              <a:rPr lang="en-US" sz="1400" b="1" dirty="0"/>
              <a:t>Minimum = 5ms, Maximum = 35ms, Average = 18ms</a:t>
            </a:r>
          </a:p>
          <a:p>
            <a:pPr>
              <a:spcBef>
                <a:spcPts val="0"/>
              </a:spcBef>
            </a:pPr>
            <a:br>
              <a:rPr lang="en-US" sz="1400" b="1" dirty="0"/>
            </a:br>
            <a:endParaRPr lang="en-US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TRACERT /TRACE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 </a:t>
            </a:r>
            <a:r>
              <a:rPr lang="en-US" i="1" dirty="0" err="1"/>
              <a:t>traceroute</a:t>
            </a:r>
            <a:r>
              <a:rPr lang="en-US" dirty="0"/>
              <a:t> command on a Cisco device or in network can be used to identify the path used by a packet to reach its target.</a:t>
            </a:r>
          </a:p>
          <a:p>
            <a:r>
              <a:rPr lang="en-US" dirty="0"/>
              <a:t> It identifies all the routers in the path from the source host to destination host and it can be useful when troubleshooting network problems. </a:t>
            </a:r>
          </a:p>
          <a:p>
            <a:r>
              <a:rPr lang="en-US" dirty="0"/>
              <a:t>Using this command you can figure out which router in the path to an unreachable target should be examined more closely as the probable cause of the network’s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dirty="0"/>
              <a:t>C:\&gt;tracert 192.168.25.98</a:t>
            </a:r>
          </a:p>
          <a:p>
            <a:r>
              <a:rPr lang="en-US" dirty="0"/>
              <a:t>Tracing route to 192.168.25.98 over a maximum of 30 hops: </a:t>
            </a:r>
          </a:p>
          <a:p>
            <a:pPr>
              <a:buNone/>
            </a:pPr>
            <a:r>
              <a:rPr lang="en-US" dirty="0"/>
              <a:t>    1 0 ms 0 ms 3 ms 192.168.25.1</a:t>
            </a:r>
          </a:p>
          <a:p>
            <a:r>
              <a:rPr lang="en-US" dirty="0"/>
              <a:t>2 1 ms 11 ms 0 ms 192.168.25.102</a:t>
            </a:r>
          </a:p>
          <a:p>
            <a:r>
              <a:rPr lang="en-US" dirty="0"/>
              <a:t>3 1 ms 13 ms 14 ms 192.168.25.106</a:t>
            </a:r>
          </a:p>
          <a:p>
            <a:r>
              <a:rPr lang="en-US" dirty="0"/>
              <a:t>4 23 ms 13 ms 12 ms 192.168.25.98</a:t>
            </a:r>
            <a:br>
              <a:rPr lang="en-US" dirty="0"/>
            </a:br>
            <a:endParaRPr lang="en-US" dirty="0"/>
          </a:p>
          <a:p>
            <a:r>
              <a:rPr lang="en-US" dirty="0"/>
              <a:t>Trace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ARP(Address Resolution Protocol)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853038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With ARP  command it allows to display and modify the Address Resolution Protocol (ARP) cache.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 An </a:t>
            </a:r>
            <a:r>
              <a:rPr lang="en-US" sz="2800" i="1" dirty="0"/>
              <a:t>ARP cache</a:t>
            </a:r>
            <a:r>
              <a:rPr lang="en-US" sz="2800" dirty="0"/>
              <a:t> is a simple mapping of IP addresses to MAC addresses. 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Each time a computer’s TCP/IP stack uses ARP to determine the Media Access Control (MAC) address for an IP address, it records the mapping in the ARP cache so that future ARP lookups go faster.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458200" cy="6705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200" dirty="0"/>
              <a:t>C:\Users&gt;</a:t>
            </a:r>
            <a:r>
              <a:rPr lang="en-US" sz="1200" dirty="0" err="1"/>
              <a:t>arp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Displays and modifies the IP-to-Physical address translation tables used by</a:t>
            </a:r>
          </a:p>
          <a:p>
            <a:pPr>
              <a:buNone/>
            </a:pPr>
            <a:r>
              <a:rPr lang="en-US" sz="1200" dirty="0"/>
              <a:t>address resolution protocol (ARP).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ARP -s </a:t>
            </a:r>
            <a:r>
              <a:rPr lang="en-US" sz="1200" dirty="0" err="1"/>
              <a:t>inet_addr</a:t>
            </a:r>
            <a:r>
              <a:rPr lang="en-US" sz="1200" dirty="0"/>
              <a:t> </a:t>
            </a:r>
            <a:r>
              <a:rPr lang="en-US" sz="1200" dirty="0" err="1"/>
              <a:t>eth_addr</a:t>
            </a:r>
            <a:r>
              <a:rPr lang="en-US" sz="1200" dirty="0"/>
              <a:t> [</a:t>
            </a:r>
            <a:r>
              <a:rPr lang="en-US" sz="1200" dirty="0" err="1"/>
              <a:t>if_addr</a:t>
            </a:r>
            <a:r>
              <a:rPr lang="en-US" sz="1200" dirty="0"/>
              <a:t>]</a:t>
            </a:r>
          </a:p>
          <a:p>
            <a:pPr>
              <a:buNone/>
            </a:pPr>
            <a:r>
              <a:rPr lang="en-US" sz="1200" dirty="0"/>
              <a:t>ARP -d </a:t>
            </a:r>
            <a:r>
              <a:rPr lang="en-US" sz="1200" dirty="0" err="1"/>
              <a:t>inet_addr</a:t>
            </a:r>
            <a:r>
              <a:rPr lang="en-US" sz="1200" dirty="0"/>
              <a:t> [</a:t>
            </a:r>
            <a:r>
              <a:rPr lang="en-US" sz="1200" dirty="0" err="1"/>
              <a:t>if_addr</a:t>
            </a:r>
            <a:r>
              <a:rPr lang="en-US" sz="1200" dirty="0"/>
              <a:t>]</a:t>
            </a:r>
          </a:p>
          <a:p>
            <a:pPr>
              <a:buNone/>
            </a:pPr>
            <a:r>
              <a:rPr lang="en-US" sz="1200" dirty="0"/>
              <a:t>ARP -a [</a:t>
            </a:r>
            <a:r>
              <a:rPr lang="en-US" sz="1200" dirty="0" err="1"/>
              <a:t>inet_addr</a:t>
            </a:r>
            <a:r>
              <a:rPr lang="en-US" sz="1200" dirty="0"/>
              <a:t>] [-N </a:t>
            </a:r>
            <a:r>
              <a:rPr lang="en-US" sz="1200" dirty="0" err="1"/>
              <a:t>if_addr</a:t>
            </a:r>
            <a:r>
              <a:rPr lang="en-US" sz="1200" dirty="0"/>
              <a:t>] [-v]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  -a            Displays current ARP entries by interrogating the current</a:t>
            </a:r>
          </a:p>
          <a:p>
            <a:pPr>
              <a:buNone/>
            </a:pPr>
            <a:r>
              <a:rPr lang="en-US" sz="1200" dirty="0"/>
              <a:t>                protocol data.  If </a:t>
            </a:r>
            <a:r>
              <a:rPr lang="en-US" sz="1200" dirty="0" err="1"/>
              <a:t>inet_addr</a:t>
            </a:r>
            <a:r>
              <a:rPr lang="en-US" sz="1200" dirty="0"/>
              <a:t> is specified, the IP and Physical</a:t>
            </a:r>
          </a:p>
          <a:p>
            <a:pPr>
              <a:buNone/>
            </a:pPr>
            <a:r>
              <a:rPr lang="en-US" sz="1200" dirty="0"/>
              <a:t>                addresses for only the specified computer are displayed.  If</a:t>
            </a:r>
          </a:p>
          <a:p>
            <a:pPr>
              <a:buNone/>
            </a:pPr>
            <a:r>
              <a:rPr lang="en-US" sz="1200" dirty="0"/>
              <a:t>                more than one network interface uses ARP, entries for each ARP</a:t>
            </a:r>
          </a:p>
          <a:p>
            <a:pPr>
              <a:buNone/>
            </a:pPr>
            <a:r>
              <a:rPr lang="en-US" sz="1200" dirty="0"/>
              <a:t>                table are displayed.</a:t>
            </a:r>
          </a:p>
          <a:p>
            <a:pPr>
              <a:buNone/>
            </a:pPr>
            <a:r>
              <a:rPr lang="en-US" sz="1200" dirty="0"/>
              <a:t>  -g            Same as -a.</a:t>
            </a:r>
          </a:p>
          <a:p>
            <a:pPr>
              <a:buNone/>
            </a:pPr>
            <a:r>
              <a:rPr lang="en-US" sz="1200" dirty="0"/>
              <a:t>  -v            Displays current ARP entries in verbose mode.  All invalid</a:t>
            </a:r>
          </a:p>
          <a:p>
            <a:pPr>
              <a:buNone/>
            </a:pPr>
            <a:r>
              <a:rPr lang="en-US" sz="1200" dirty="0"/>
              <a:t>                entries and entries on the loop-back interface will be shown.</a:t>
            </a:r>
          </a:p>
          <a:p>
            <a:pPr>
              <a:buNone/>
            </a:pPr>
            <a:r>
              <a:rPr lang="en-US" sz="1200" dirty="0"/>
              <a:t>  </a:t>
            </a:r>
            <a:r>
              <a:rPr lang="en-US" sz="1200" dirty="0" err="1"/>
              <a:t>inet_addr</a:t>
            </a:r>
            <a:r>
              <a:rPr lang="en-US" sz="1200" dirty="0"/>
              <a:t>     Specifies an internet address.</a:t>
            </a:r>
          </a:p>
          <a:p>
            <a:pPr>
              <a:buNone/>
            </a:pPr>
            <a:r>
              <a:rPr lang="en-US" sz="1200" dirty="0"/>
              <a:t>  -N </a:t>
            </a:r>
            <a:r>
              <a:rPr lang="en-US" sz="1200" dirty="0" err="1"/>
              <a:t>if_addr</a:t>
            </a:r>
            <a:r>
              <a:rPr lang="en-US" sz="1200" dirty="0"/>
              <a:t>    Displays the ARP entries for the network interface specified</a:t>
            </a:r>
          </a:p>
          <a:p>
            <a:pPr>
              <a:buNone/>
            </a:pPr>
            <a:r>
              <a:rPr lang="en-US" sz="1200" dirty="0"/>
              <a:t>                by </a:t>
            </a:r>
            <a:r>
              <a:rPr lang="en-US" sz="1200" dirty="0" err="1"/>
              <a:t>if_addr</a:t>
            </a:r>
            <a:r>
              <a:rPr lang="en-US" sz="1200" dirty="0"/>
              <a:t>.</a:t>
            </a:r>
          </a:p>
          <a:p>
            <a:pPr>
              <a:buNone/>
            </a:pPr>
            <a:r>
              <a:rPr lang="en-US" sz="1200" dirty="0"/>
              <a:t>  -d            Deletes the host specified by </a:t>
            </a:r>
            <a:r>
              <a:rPr lang="en-US" sz="1200" dirty="0" err="1"/>
              <a:t>inet_addr</a:t>
            </a:r>
            <a:r>
              <a:rPr lang="en-US" sz="1200" dirty="0"/>
              <a:t>. </a:t>
            </a:r>
            <a:r>
              <a:rPr lang="en-US" sz="1200" dirty="0" err="1"/>
              <a:t>inet_addr</a:t>
            </a:r>
            <a:r>
              <a:rPr lang="en-US" sz="1200" dirty="0"/>
              <a:t> may be</a:t>
            </a:r>
          </a:p>
          <a:p>
            <a:pPr>
              <a:buNone/>
            </a:pPr>
            <a:r>
              <a:rPr lang="en-US" sz="1200" dirty="0"/>
              <a:t>                </a:t>
            </a:r>
            <a:r>
              <a:rPr lang="en-US" sz="1200" dirty="0" err="1"/>
              <a:t>wildcarded</a:t>
            </a:r>
            <a:r>
              <a:rPr lang="en-US" sz="1200" dirty="0"/>
              <a:t> with * to delete all hosts.</a:t>
            </a:r>
          </a:p>
          <a:p>
            <a:pPr>
              <a:buNone/>
            </a:pPr>
            <a:r>
              <a:rPr lang="en-US" sz="1200" dirty="0"/>
              <a:t>  -s            Adds the host and associates the Internet address </a:t>
            </a:r>
            <a:r>
              <a:rPr lang="en-US" sz="1200" dirty="0" err="1"/>
              <a:t>inet_addr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                with the Physical address </a:t>
            </a:r>
            <a:r>
              <a:rPr lang="en-US" sz="1200" dirty="0" err="1"/>
              <a:t>eth_addr</a:t>
            </a:r>
            <a:r>
              <a:rPr lang="en-US" sz="1200" dirty="0"/>
              <a:t>.  The Physical address is</a:t>
            </a:r>
          </a:p>
          <a:p>
            <a:pPr>
              <a:buNone/>
            </a:pPr>
            <a:r>
              <a:rPr lang="en-US" sz="1200" dirty="0"/>
              <a:t>                given as 6 hexadecimal bytes separated by hyphens. The entry</a:t>
            </a:r>
          </a:p>
          <a:p>
            <a:pPr>
              <a:buNone/>
            </a:pPr>
            <a:r>
              <a:rPr lang="en-US" sz="1200" dirty="0"/>
              <a:t>                is permanent.</a:t>
            </a:r>
          </a:p>
          <a:p>
            <a:pPr>
              <a:buNone/>
            </a:pPr>
            <a:r>
              <a:rPr lang="en-US" sz="1200" dirty="0"/>
              <a:t>  </a:t>
            </a:r>
            <a:r>
              <a:rPr lang="en-US" sz="1200" dirty="0" err="1"/>
              <a:t>eth_addr</a:t>
            </a:r>
            <a:r>
              <a:rPr lang="en-US" sz="1200" dirty="0"/>
              <a:t>      Specifies a physical address.</a:t>
            </a:r>
          </a:p>
          <a:p>
            <a:pPr>
              <a:buNone/>
            </a:pPr>
            <a:r>
              <a:rPr lang="en-US" sz="1200" dirty="0"/>
              <a:t>  </a:t>
            </a:r>
            <a:r>
              <a:rPr lang="en-US" sz="1200" dirty="0" err="1"/>
              <a:t>if_addr</a:t>
            </a:r>
            <a:r>
              <a:rPr lang="en-US" sz="1200" dirty="0"/>
              <a:t>       If present, this specifies the Internet address of the</a:t>
            </a:r>
          </a:p>
          <a:p>
            <a:pPr>
              <a:buNone/>
            </a:pPr>
            <a:r>
              <a:rPr lang="en-US" sz="1200" dirty="0"/>
              <a:t>                interface whose address translation table should be modified.</a:t>
            </a:r>
          </a:p>
          <a:p>
            <a:pPr>
              <a:buNone/>
            </a:pPr>
            <a:r>
              <a:rPr lang="en-US" sz="1200" dirty="0"/>
              <a:t>                If not present, the first applicable interface will be used.</a:t>
            </a:r>
          </a:p>
          <a:p>
            <a:pPr>
              <a:buNone/>
            </a:pPr>
            <a:r>
              <a:rPr lang="en-US" sz="1200" dirty="0"/>
              <a:t>Example:</a:t>
            </a:r>
          </a:p>
          <a:p>
            <a:pPr>
              <a:buNone/>
            </a:pPr>
            <a:r>
              <a:rPr lang="en-US" sz="1200" dirty="0"/>
              <a:t>  &gt; </a:t>
            </a:r>
            <a:r>
              <a:rPr lang="en-US" sz="1200" dirty="0" err="1"/>
              <a:t>arp</a:t>
            </a:r>
            <a:r>
              <a:rPr lang="en-US" sz="1200" dirty="0"/>
              <a:t> -s 157.55.85.212   00-aa-00-62-c6-09  .... Adds a static entry.</a:t>
            </a:r>
          </a:p>
          <a:p>
            <a:pPr>
              <a:buNone/>
            </a:pPr>
            <a:r>
              <a:rPr lang="en-US" sz="1200" dirty="0"/>
              <a:t>  &gt; </a:t>
            </a:r>
            <a:r>
              <a:rPr lang="en-US" sz="1200" dirty="0" err="1"/>
              <a:t>arp</a:t>
            </a:r>
            <a:r>
              <a:rPr lang="en-US" sz="1200" dirty="0"/>
              <a:t> -a                                    .... Displays the </a:t>
            </a:r>
            <a:r>
              <a:rPr lang="en-US" sz="1200" dirty="0" err="1"/>
              <a:t>arp</a:t>
            </a:r>
            <a:r>
              <a:rPr lang="en-US" sz="1200" dirty="0"/>
              <a:t>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/>
              <a:t>C:\Users&gt;</a:t>
            </a:r>
            <a:r>
              <a:rPr lang="en-US" dirty="0" err="1"/>
              <a:t>arp</a:t>
            </a:r>
            <a:r>
              <a:rPr lang="en-US" dirty="0"/>
              <a:t> -a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Interface: 172.21.192.134 --- 0x3</a:t>
            </a:r>
          </a:p>
          <a:p>
            <a:pPr>
              <a:buNone/>
            </a:pPr>
            <a:r>
              <a:rPr lang="en-US" dirty="0"/>
              <a:t>  Internet Address      Physical Address      Type</a:t>
            </a:r>
          </a:p>
          <a:p>
            <a:pPr>
              <a:buNone/>
            </a:pPr>
            <a:r>
              <a:rPr lang="en-US" dirty="0"/>
              <a:t>  172.21.192.1          54-7c-69-01-e9-52     dynamic</a:t>
            </a:r>
          </a:p>
          <a:p>
            <a:pPr>
              <a:buNone/>
            </a:pPr>
            <a:r>
              <a:rPr lang="en-US" dirty="0"/>
              <a:t>  172.21.192.104        e4-d5-3d-78-c2-b0     dynamic</a:t>
            </a:r>
          </a:p>
          <a:p>
            <a:pPr>
              <a:buNone/>
            </a:pPr>
            <a:r>
              <a:rPr lang="en-US" dirty="0"/>
              <a:t>  172.21.192.117        68-54-5a-a8-87-b1     dynamic</a:t>
            </a:r>
          </a:p>
          <a:p>
            <a:pPr>
              <a:buNone/>
            </a:pPr>
            <a:r>
              <a:rPr lang="en-US" dirty="0"/>
              <a:t>  172.21.192.118        78-0c-b8-62-69-f2     dynamic</a:t>
            </a:r>
          </a:p>
          <a:p>
            <a:pPr>
              <a:buNone/>
            </a:pPr>
            <a:r>
              <a:rPr lang="en-US" dirty="0"/>
              <a:t>  172.21.192.126        64-5a-04-61-8c-dc     dynamic</a:t>
            </a:r>
          </a:p>
          <a:p>
            <a:pPr>
              <a:buNone/>
            </a:pPr>
            <a:r>
              <a:rPr lang="en-US" dirty="0"/>
              <a:t>  172.21.192.131        12-7a-ab-9a-81-81     dynamic</a:t>
            </a:r>
          </a:p>
          <a:p>
            <a:pPr>
              <a:buNone/>
            </a:pPr>
            <a:r>
              <a:rPr lang="en-US" dirty="0"/>
              <a:t>  172.21.192.140        94-08-53-3a-00-15     dynamic</a:t>
            </a:r>
          </a:p>
          <a:p>
            <a:pPr>
              <a:buNone/>
            </a:pPr>
            <a:r>
              <a:rPr lang="en-US" dirty="0"/>
              <a:t>  172.21.192.149        14-85-7f-06-93-3e     dynamic</a:t>
            </a:r>
          </a:p>
          <a:p>
            <a:pPr>
              <a:buNone/>
            </a:pPr>
            <a:r>
              <a:rPr lang="en-US" dirty="0"/>
              <a:t>  172.21.192.163        b8-81-98-b6-f7-60     dynamic</a:t>
            </a:r>
          </a:p>
          <a:p>
            <a:pPr>
              <a:buNone/>
            </a:pPr>
            <a:r>
              <a:rPr lang="en-US" dirty="0"/>
              <a:t>  172.21.192.168        5c-ea-1d-02-8d-39     dynamic</a:t>
            </a:r>
          </a:p>
          <a:p>
            <a:pPr>
              <a:buNone/>
            </a:pPr>
            <a:r>
              <a:rPr lang="en-US" dirty="0"/>
              <a:t>  172.21.192.173        10-60-4b-d9-76-c2     dynamic</a:t>
            </a:r>
          </a:p>
          <a:p>
            <a:pPr>
              <a:buNone/>
            </a:pPr>
            <a:r>
              <a:rPr lang="en-US" dirty="0"/>
              <a:t>  172.21.192.181        34-7d-f6-d2-53-20     dynamic</a:t>
            </a:r>
          </a:p>
          <a:p>
            <a:pPr>
              <a:buNone/>
            </a:pPr>
            <a:r>
              <a:rPr lang="en-US" dirty="0"/>
              <a:t>  172.21.192.188        64-bc-58-18-5d-8f     dynamic</a:t>
            </a:r>
          </a:p>
          <a:p>
            <a:pPr>
              <a:buNone/>
            </a:pPr>
            <a:r>
              <a:rPr lang="en-US" dirty="0"/>
              <a:t>  172.21.192.190        80-2b-f9-65-fd-71     dynamic</a:t>
            </a:r>
          </a:p>
          <a:p>
            <a:pPr>
              <a:buNone/>
            </a:pPr>
            <a:r>
              <a:rPr lang="en-US" dirty="0"/>
              <a:t>  172.21.192.191        78-e4-00-0c-9b-77     dynamic</a:t>
            </a:r>
          </a:p>
          <a:p>
            <a:pPr>
              <a:buNone/>
            </a:pPr>
            <a:r>
              <a:rPr lang="en-US" dirty="0"/>
              <a:t>  172.21.192.193        10-3d-1c-cd-5a-2d     dynamic</a:t>
            </a:r>
          </a:p>
          <a:p>
            <a:pPr>
              <a:buNone/>
            </a:pPr>
            <a:r>
              <a:rPr lang="en-US" dirty="0"/>
              <a:t>  172.21.192.197        5c-61-99-31-98-61     dynamic</a:t>
            </a:r>
          </a:p>
          <a:p>
            <a:pPr>
              <a:buNone/>
            </a:pPr>
            <a:r>
              <a:rPr lang="en-US" dirty="0"/>
              <a:t>  172.21.192.200        70-66-55-a6-0f-bd     dynamic</a:t>
            </a:r>
          </a:p>
          <a:p>
            <a:pPr>
              <a:buNone/>
            </a:pPr>
            <a:r>
              <a:rPr lang="en-US" dirty="0"/>
              <a:t>  172.21.192.213        dc-a2-66-1e-2c-5f     dynamic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ARP COMMAND IN CISCO PACKET TRACER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C:\&gt;</a:t>
            </a:r>
            <a:r>
              <a:rPr lang="en-US" dirty="0" err="1"/>
              <a:t>arp</a:t>
            </a:r>
            <a:endParaRPr lang="en-US" dirty="0"/>
          </a:p>
          <a:p>
            <a:r>
              <a:rPr lang="en-US" dirty="0"/>
              <a:t>Cisco Packet Tracer PC ARP</a:t>
            </a:r>
          </a:p>
          <a:p>
            <a:r>
              <a:rPr lang="en-US" dirty="0"/>
              <a:t>Display ARP entries: </a:t>
            </a:r>
            <a:r>
              <a:rPr lang="en-US" dirty="0" err="1"/>
              <a:t>arp</a:t>
            </a:r>
            <a:r>
              <a:rPr lang="en-US" dirty="0"/>
              <a:t> -a</a:t>
            </a:r>
          </a:p>
          <a:p>
            <a:r>
              <a:rPr lang="en-US" dirty="0"/>
              <a:t>Clear ARP table: </a:t>
            </a:r>
            <a:r>
              <a:rPr lang="en-US" dirty="0" err="1"/>
              <a:t>arp</a:t>
            </a:r>
            <a:r>
              <a:rPr lang="en-US" dirty="0"/>
              <a:t> -d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C:\&gt;</a:t>
            </a:r>
            <a:r>
              <a:rPr lang="en-US" dirty="0" err="1"/>
              <a:t>arp</a:t>
            </a:r>
            <a:r>
              <a:rPr lang="en-US" dirty="0"/>
              <a:t> -a</a:t>
            </a:r>
          </a:p>
          <a:p>
            <a:r>
              <a:rPr lang="en-US" dirty="0"/>
              <a:t>Internet Address Physical Address Type</a:t>
            </a:r>
          </a:p>
          <a:p>
            <a:r>
              <a:rPr lang="en-US" dirty="0"/>
              <a:t>192.168.25.2 00d0.9767.a17a dynamic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itchFamily="18" charset="0"/>
              </a:rPr>
              <a:t>NETSTAT</a:t>
            </a:r>
            <a:br>
              <a:rPr lang="en-US" b="1" dirty="0">
                <a:latin typeface="Book Antiqua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dirty="0" err="1"/>
              <a:t>netstat</a:t>
            </a:r>
            <a:r>
              <a:rPr lang="en-US" dirty="0"/>
              <a:t> command, meaning </a:t>
            </a:r>
            <a:r>
              <a:rPr lang="en-US" i="1" dirty="0"/>
              <a:t>network statistics</a:t>
            </a:r>
            <a:r>
              <a:rPr lang="en-US" dirty="0"/>
              <a:t>, is a Command Prompt command used to display </a:t>
            </a:r>
            <a:r>
              <a:rPr lang="en-US" i="1" dirty="0"/>
              <a:t>very</a:t>
            </a:r>
            <a:r>
              <a:rPr lang="en-US" dirty="0"/>
              <a:t> detailed information about how your computer is communicating with other computers or network devices.</a:t>
            </a:r>
          </a:p>
          <a:p>
            <a:r>
              <a:rPr lang="en-US" dirty="0"/>
              <a:t>Specifically, it can show details about individual network connections, overall and protocol-specific networking statistics, and much more, all of which could help troubleshoot certain kinds of networking issues.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C:\Users\dell&gt;net stat</a:t>
            </a:r>
          </a:p>
          <a:p>
            <a:endParaRPr lang="en-US" dirty="0"/>
          </a:p>
          <a:p>
            <a:r>
              <a:rPr lang="en-US" dirty="0"/>
              <a:t>Active Connections</a:t>
            </a:r>
          </a:p>
          <a:p>
            <a:endParaRPr lang="en-US" dirty="0"/>
          </a:p>
          <a:p>
            <a:r>
              <a:rPr lang="en-US" dirty="0"/>
              <a:t>  Proto  Local Address          Foreign Address        State</a:t>
            </a:r>
          </a:p>
          <a:p>
            <a:r>
              <a:rPr lang="en-US" dirty="0"/>
              <a:t>  TCP    172.21.192.204:51657   a23-215-196-10:https   CLOSE_WAIT</a:t>
            </a:r>
          </a:p>
          <a:p>
            <a:r>
              <a:rPr lang="en-US" dirty="0"/>
              <a:t>  TCP    172.21.192.204:51658   117.18.237.29:http     CLOSE_WAIT</a:t>
            </a:r>
          </a:p>
          <a:p>
            <a:r>
              <a:rPr lang="en-US" dirty="0"/>
              <a:t>  TCP    172.21.192.204:52055   20.106.94.33:https     ESTABLISHED</a:t>
            </a:r>
          </a:p>
          <a:p>
            <a:r>
              <a:rPr lang="en-US" dirty="0"/>
              <a:t>  TCP    172.21.192.204:52118   40.97.120.66:https     ESTABLISHED</a:t>
            </a:r>
          </a:p>
          <a:p>
            <a:r>
              <a:rPr lang="en-US" dirty="0"/>
              <a:t>  TCP    172.21.192.204:52119   40.97.120.66:https     ESTABLISHED</a:t>
            </a:r>
          </a:p>
          <a:p>
            <a:r>
              <a:rPr lang="en-US" dirty="0"/>
              <a:t>  TCP    172.21.192.204:53637   relay-30fbe9f1:http    ESTABLISHED</a:t>
            </a:r>
          </a:p>
          <a:p>
            <a:r>
              <a:rPr lang="en-US" dirty="0"/>
              <a:t>  TCP    172.21.192.204:53646   20.197.71.89:https     ESTABLISHED</a:t>
            </a:r>
          </a:p>
          <a:p>
            <a:r>
              <a:rPr lang="en-US" dirty="0"/>
              <a:t>  TCP    172.21.192.204:54191   sf-in-f188:5228        ESTABLISHED</a:t>
            </a:r>
          </a:p>
          <a:p>
            <a:r>
              <a:rPr lang="en-US" dirty="0"/>
              <a:t>  TCP    172.21.192.204:54311   del03s10-in-f3:https   TIME_WAIT</a:t>
            </a:r>
          </a:p>
          <a:p>
            <a:r>
              <a:rPr lang="en-US" dirty="0"/>
              <a:t>  TCP    172.21.192.204:54312   10.10.0.1:http         TIME_WAIT</a:t>
            </a:r>
          </a:p>
          <a:p>
            <a:r>
              <a:rPr lang="en-US" dirty="0"/>
              <a:t>  TCP    172.21.192.204:54313   10.10.0.1:http         TIME_WAIT</a:t>
            </a:r>
          </a:p>
          <a:p>
            <a:r>
              <a:rPr lang="en-US" dirty="0"/>
              <a:t>  TCP    172.21.192.204:54314   a-0001:https           ESTABLISHED</a:t>
            </a:r>
          </a:p>
          <a:p>
            <a:r>
              <a:rPr lang="en-US" dirty="0"/>
              <a:t>  TCP    172.21.192.204:54315   13.107.246.254:https   ESTABLISHED</a:t>
            </a:r>
          </a:p>
          <a:p>
            <a:r>
              <a:rPr lang="en-US" dirty="0"/>
              <a:t>  TCP    172.21.192.204:54316   13.107.49.254:https    ESTABLISHED</a:t>
            </a:r>
          </a:p>
          <a:p>
            <a:r>
              <a:rPr lang="en-US" dirty="0"/>
              <a:t>  TCP    172.21.192.204:54317   13.107.6.254:https     ESTABLISHED</a:t>
            </a:r>
          </a:p>
          <a:p>
            <a:r>
              <a:rPr lang="en-US" dirty="0"/>
              <a:t>  TCP    172.21.192.204:54318   204.79.197.222:https   ESTABLISHED</a:t>
            </a:r>
          </a:p>
          <a:p>
            <a:endParaRPr lang="en-US" dirty="0"/>
          </a:p>
          <a:p>
            <a:r>
              <a:rPr lang="en-US" dirty="0"/>
              <a:t>C:\Users\dell&gt;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229600" cy="106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itchFamily="18" charset="0"/>
              </a:rPr>
              <a:t>NSLOOKUP</a:t>
            </a:r>
            <a:br>
              <a:rPr lang="en-US" b="1" dirty="0">
                <a:latin typeface="Book Antiqua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 err="1"/>
              <a:t>nslookup</a:t>
            </a:r>
            <a:r>
              <a:rPr lang="en-US" b="1" dirty="0"/>
              <a:t> command is used for obtaining server records.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Converting a domain name to its IP address using the </a:t>
            </a:r>
            <a:r>
              <a:rPr lang="en-US" b="1" dirty="0" err="1"/>
              <a:t>nslookup</a:t>
            </a:r>
            <a:r>
              <a:rPr lang="en-US" b="1" dirty="0"/>
              <a:t> command</a:t>
            </a:r>
            <a:r>
              <a:rPr lang="en-US" dirty="0"/>
              <a:t> is one of them. One can also find IP address of any website’s host machine.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Example of </a:t>
            </a:r>
            <a:r>
              <a:rPr lang="en-US" sz="3600" dirty="0" err="1"/>
              <a:t>nslookup</a:t>
            </a:r>
            <a:r>
              <a:rPr lang="en-US" sz="3600" dirty="0"/>
              <a:t> in Cisco Packet Tracer with </a:t>
            </a:r>
            <a:r>
              <a:rPr lang="en-US" sz="3600" dirty="0" err="1"/>
              <a:t>DnS</a:t>
            </a:r>
            <a:r>
              <a:rPr lang="en-US" sz="3600" dirty="0"/>
              <a:t> Server</a:t>
            </a:r>
            <a:br>
              <a:rPr lang="en-US" sz="36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C:\&gt;</a:t>
            </a:r>
            <a:r>
              <a:rPr lang="en-US" dirty="0" err="1"/>
              <a:t>nslookup</a:t>
            </a:r>
            <a:r>
              <a:rPr lang="en-US" dirty="0"/>
              <a:t>  </a:t>
            </a:r>
            <a:r>
              <a:rPr lang="en-US" dirty="0" err="1"/>
              <a:t>lpu.in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Server: [192.168.25.2]</a:t>
            </a:r>
          </a:p>
          <a:p>
            <a:r>
              <a:rPr lang="en-US" dirty="0"/>
              <a:t>Address: 192.168.25.2</a:t>
            </a:r>
          </a:p>
          <a:p>
            <a:r>
              <a:rPr lang="en-US" dirty="0"/>
              <a:t>DNS request timed out.</a:t>
            </a:r>
          </a:p>
          <a:p>
            <a:r>
              <a:rPr lang="en-US" dirty="0"/>
              <a:t>timeout was 15000 </a:t>
            </a:r>
            <a:r>
              <a:rPr lang="en-US" dirty="0" err="1"/>
              <a:t>milli</a:t>
            </a:r>
            <a:r>
              <a:rPr lang="en-US" dirty="0"/>
              <a:t> seconds.</a:t>
            </a:r>
          </a:p>
          <a:p>
            <a:r>
              <a:rPr lang="en-US" dirty="0"/>
              <a:t>DNS request timed out.</a:t>
            </a:r>
          </a:p>
          <a:p>
            <a:r>
              <a:rPr lang="en-US" dirty="0"/>
              <a:t>timeout was 15000 </a:t>
            </a:r>
            <a:r>
              <a:rPr lang="en-US" dirty="0" err="1"/>
              <a:t>milli</a:t>
            </a:r>
            <a:r>
              <a:rPr lang="en-US" dirty="0"/>
              <a:t> seconds.</a:t>
            </a:r>
          </a:p>
          <a:p>
            <a:r>
              <a:rPr lang="en-US" dirty="0"/>
              <a:t>DNS request timed out.</a:t>
            </a:r>
          </a:p>
          <a:p>
            <a:r>
              <a:rPr lang="en-US" dirty="0"/>
              <a:t>timeout was 15000 </a:t>
            </a:r>
            <a:r>
              <a:rPr lang="en-US" dirty="0" err="1"/>
              <a:t>milli</a:t>
            </a:r>
            <a:r>
              <a:rPr lang="en-US" dirty="0"/>
              <a:t> seconds.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Server: [192.168.25.2]</a:t>
            </a:r>
          </a:p>
          <a:p>
            <a:r>
              <a:rPr lang="en-US" dirty="0"/>
              <a:t>Address: 192.168.25.2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Non-authoritative answer:</a:t>
            </a:r>
          </a:p>
          <a:p>
            <a:r>
              <a:rPr lang="en-US" dirty="0"/>
              <a:t>Name: </a:t>
            </a:r>
            <a:r>
              <a:rPr lang="en-US" dirty="0" err="1"/>
              <a:t>lpu.in</a:t>
            </a:r>
            <a:endParaRPr lang="en-US" dirty="0"/>
          </a:p>
          <a:p>
            <a:r>
              <a:rPr lang="en-US" dirty="0"/>
              <a:t>Address: 192.168.25.2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 C:\Users&gt;</a:t>
            </a:r>
            <a:r>
              <a:rPr lang="en-US" dirty="0" err="1"/>
              <a:t>nslookup</a:t>
            </a:r>
            <a:r>
              <a:rPr lang="en-US" dirty="0"/>
              <a:t> www.lpu.in</a:t>
            </a:r>
          </a:p>
          <a:p>
            <a:r>
              <a:rPr lang="en-US" dirty="0"/>
              <a:t>Server:  </a:t>
            </a:r>
            <a:r>
              <a:rPr lang="en-US" dirty="0" err="1"/>
              <a:t>UnKnown</a:t>
            </a:r>
            <a:endParaRPr lang="en-US" dirty="0"/>
          </a:p>
          <a:p>
            <a:r>
              <a:rPr lang="en-US" dirty="0"/>
              <a:t>Address:  172.19.2.254</a:t>
            </a:r>
          </a:p>
          <a:p>
            <a:endParaRPr lang="en-US" dirty="0"/>
          </a:p>
          <a:p>
            <a:r>
              <a:rPr lang="en-US" dirty="0"/>
              <a:t>Non-authoritative answer:</a:t>
            </a:r>
          </a:p>
          <a:p>
            <a:r>
              <a:rPr lang="en-US" dirty="0"/>
              <a:t>Name:    www.lpu.in</a:t>
            </a:r>
          </a:p>
          <a:p>
            <a:r>
              <a:rPr lang="en-US" dirty="0"/>
              <a:t>Addresses:  2606:4700:20::681a:ccd</a:t>
            </a:r>
          </a:p>
          <a:p>
            <a:r>
              <a:rPr lang="en-US" dirty="0"/>
              <a:t>          2606:4700:20::681a:dcd</a:t>
            </a:r>
          </a:p>
          <a:p>
            <a:r>
              <a:rPr lang="en-US" dirty="0"/>
              <a:t>          2606:4700:20::ac43:4a98</a:t>
            </a:r>
          </a:p>
          <a:p>
            <a:r>
              <a:rPr lang="en-US" dirty="0"/>
              <a:t>          104.26.12.205</a:t>
            </a:r>
          </a:p>
          <a:p>
            <a:r>
              <a:rPr lang="en-US" dirty="0"/>
              <a:t>          172.67.74.152</a:t>
            </a:r>
          </a:p>
          <a:p>
            <a:r>
              <a:rPr lang="en-US" dirty="0"/>
              <a:t>          104.26.13.205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C:\Users&gt;</a:t>
            </a:r>
            <a:r>
              <a:rPr lang="en-US" dirty="0" err="1"/>
              <a:t>nslookup</a:t>
            </a:r>
            <a:r>
              <a:rPr lang="en-US" dirty="0"/>
              <a:t> google.com</a:t>
            </a:r>
          </a:p>
          <a:p>
            <a:r>
              <a:rPr lang="en-US" dirty="0"/>
              <a:t>Server:  </a:t>
            </a:r>
            <a:r>
              <a:rPr lang="en-US" dirty="0" err="1"/>
              <a:t>UnKnown</a:t>
            </a:r>
            <a:endParaRPr lang="en-US" dirty="0"/>
          </a:p>
          <a:p>
            <a:r>
              <a:rPr lang="en-US" dirty="0"/>
              <a:t>Address:  172.19.2.254</a:t>
            </a:r>
          </a:p>
          <a:p>
            <a:endParaRPr lang="en-US" dirty="0"/>
          </a:p>
          <a:p>
            <a:r>
              <a:rPr lang="en-US" dirty="0"/>
              <a:t>Non-authoritative answer:</a:t>
            </a:r>
          </a:p>
          <a:p>
            <a:r>
              <a:rPr lang="en-US" dirty="0"/>
              <a:t>Name:    google.com</a:t>
            </a:r>
          </a:p>
          <a:p>
            <a:r>
              <a:rPr lang="en-US" dirty="0"/>
              <a:t>Addresses:  2404:6800:4009:800::200e</a:t>
            </a:r>
          </a:p>
          <a:p>
            <a:r>
              <a:rPr lang="en-US" dirty="0"/>
              <a:t>          142.250.194.238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dirty="0"/>
              <a:t>Example of </a:t>
            </a:r>
            <a:r>
              <a:rPr lang="en-US" dirty="0" err="1"/>
              <a:t>nslookup</a:t>
            </a:r>
            <a:r>
              <a:rPr lang="en-US" dirty="0"/>
              <a:t> in </a:t>
            </a:r>
            <a:r>
              <a:rPr lang="en-US" dirty="0" err="1"/>
              <a:t>cmd</a:t>
            </a:r>
            <a:r>
              <a:rPr lang="en-US" dirty="0"/>
              <a:t> prompt in windows</a:t>
            </a:r>
            <a:endParaRPr lang="en-US" b="1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4279</TotalTime>
  <Words>1382</Words>
  <Application>Microsoft Office PowerPoint</Application>
  <PresentationFormat>On-screen Show (4:3)</PresentationFormat>
  <Paragraphs>196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 Antiqua</vt:lpstr>
      <vt:lpstr>Calibri</vt:lpstr>
      <vt:lpstr>Wingdings</vt:lpstr>
      <vt:lpstr>Office Theme</vt:lpstr>
      <vt:lpstr>Networking Commands</vt:lpstr>
      <vt:lpstr>PING</vt:lpstr>
      <vt:lpstr>PowerPoint Presentation</vt:lpstr>
      <vt:lpstr>TRACERT /TRACE ROUTE</vt:lpstr>
      <vt:lpstr>Example </vt:lpstr>
      <vt:lpstr>ARP(Address Resolution Protocol)</vt:lpstr>
      <vt:lpstr>PowerPoint Presentation</vt:lpstr>
      <vt:lpstr>PowerPoint Presentation</vt:lpstr>
      <vt:lpstr>ARP COMMAND IN CISCO PACKET TRACER</vt:lpstr>
      <vt:lpstr>NETSTAT </vt:lpstr>
      <vt:lpstr>PowerPoint Presentation</vt:lpstr>
      <vt:lpstr>NSLOOKUP </vt:lpstr>
      <vt:lpstr>   Example of nslookup in Cisco Packet Tracer with DnS Server  </vt:lpstr>
      <vt:lpstr>Example of nslookup in cmd prompt in windows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Commands</dc:title>
  <dc:creator>dell</dc:creator>
  <cp:lastModifiedBy>Kavita Devi</cp:lastModifiedBy>
  <cp:revision>49</cp:revision>
  <dcterms:created xsi:type="dcterms:W3CDTF">2022-03-31T06:47:35Z</dcterms:created>
  <dcterms:modified xsi:type="dcterms:W3CDTF">2024-09-16T11:13:07Z</dcterms:modified>
</cp:coreProperties>
</file>